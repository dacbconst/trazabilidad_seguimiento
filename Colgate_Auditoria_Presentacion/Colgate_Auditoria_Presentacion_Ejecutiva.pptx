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114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4D6D4"/>
            </a:solidFill>
            <a:prstDash val="solid"/>
          </a:ln>
        </p:spPr>
      </p:sp>
      <p:pic>
        <p:nvPicPr>
          <p:cNvPr id="4" name="Image 0" descr="C:\Users\DiegoAntonioConstant\Desktop\TrazabilidadSeguimiento\Colgate_Auditoria_Presentacion\assets\img\colgate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484632"/>
            <a:ext cx="170078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PDV y Rutas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de la base y cada cambio en una ruta queda registrado: quién lo hizo, cuándo y desde qué archivo.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9E1017"/>
          </a:solidFill>
          <a:ln w="12700">
            <a:solidFill>
              <a:srgbClr val="E58A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20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vivo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0280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9E1017"/>
          </a:solidFill>
          <a:ln w="12700">
            <a:solidFill>
              <a:srgbClr val="E58A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5120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ruta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589788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C:\Users\DiegoAntonioConstant\Desktop\TrazabilidadSeguimiento\Colgate_Auditoria_Presentacion\assets\img\lucky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5952744"/>
            <a:ext cx="123444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32120" y="475488"/>
            <a:ext cx="6035040" cy="3136392"/>
          </a:xfrm>
          <a:prstGeom prst="roundRect">
            <a:avLst>
              <a:gd name="adj" fmla="val 2915"/>
            </a:avLst>
          </a:prstGeom>
          <a:solidFill>
            <a:srgbClr val="E4D6D4"/>
          </a:solidFill>
          <a:ln w="12700">
            <a:solidFill>
              <a:srgbClr val="E4D6D4"/>
            </a:solidFill>
            <a:prstDash val="solid"/>
          </a:ln>
        </p:spPr>
      </p:sp>
      <p:pic>
        <p:nvPicPr>
          <p:cNvPr id="14" name="Image 2" descr="C:\Users\DiegoAntonioConstant\Desktop\TrazabilidadSeguimiento\Colgate_Auditoria_Presentacion\assets\img\auditoria_pd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"/>
            <a:ext cx="6035040" cy="31363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349240" y="3858768"/>
            <a:ext cx="5669280" cy="2688336"/>
          </a:xfrm>
          <a:prstGeom prst="roundRect">
            <a:avLst>
              <a:gd name="adj" fmla="val 3401"/>
            </a:avLst>
          </a:prstGeom>
          <a:solidFill>
            <a:srgbClr val="E4D6D4"/>
          </a:solidFill>
          <a:ln w="12700">
            <a:solidFill>
              <a:srgbClr val="E4D6D4"/>
            </a:solidFill>
            <a:prstDash val="solid"/>
          </a:ln>
        </p:spPr>
      </p:sp>
      <p:pic>
        <p:nvPicPr>
          <p:cNvPr id="16" name="Image 3" descr="C:\Users\DiegoAntonioConstant\Desktop\TrazabilidadSeguimiento\Colgate_Auditoria_Presentacion\assets\img\auditoria_rut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749040"/>
            <a:ext cx="5669280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114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4D6D4"/>
            </a:solidFill>
            <a:prstDash val="solid"/>
          </a:ln>
        </p:spPr>
      </p:sp>
      <p:pic>
        <p:nvPicPr>
          <p:cNvPr id="4" name="Image 0" descr="C:\Users\DiegoAntonioConstant\Desktop\TrazabilidadSeguimiento\Colgate_Auditoria_Presentacion\assets\img\colgate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484632"/>
            <a:ext cx="170078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que mueve a todo el equipo en campo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27432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de Miles de Filas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3108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carga de la base de puntos de venta puede superar las 140 mil filas, y no debe interrumpirse.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39319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Carga a la Vez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8720" y="4297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personas cargan al mismo tiempo, la base puede quedar inconsistente.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51480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51206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que Cambian Todo el Tiempo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88720" y="54864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Creaciones, ediciones y eliminaciones, masivas o una por una, hechas por distintos usuarios.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176479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17373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Carga en Vivo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0" y="21031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está cargando, cuánto avanzó y cuánto falta, sin tener que preguntar.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322783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Cada Cambio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315200" y="3566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ruta muestra quién la creó, editó o eliminó, cuándo y desde qué archivo.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66560" y="469087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46634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Íntegros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315200" y="50292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si el PDV, el usuario o el supervisor de una ruta ya no existen.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4D6D4"/>
            </a:solidFill>
            <a:prstDash val="solid"/>
          </a:ln>
        </p:spPr>
      </p:sp>
      <p:pic>
        <p:nvPicPr>
          <p:cNvPr id="3" name="Image 0" descr="C:\Users\DiegoAntonioConstant\Desktop\TrazabilidadSeguimiento\Colgate_Auditoria_Presentacion\assets\img\colgate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484632"/>
            <a:ext cx="170078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Carga de PDV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231343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Vivo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u ocupada, quién sube, lote actual, avance y tiempo estimado. Se actualiza cada 3 segundos.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639312"/>
            <a:ext cx="384048" cy="384048"/>
          </a:xfrm>
          <a:prstGeom prst="ellipse">
            <a:avLst/>
          </a:prstGeom>
          <a:solidFill>
            <a:srgbClr val="D52B24"/>
          </a:solidFill>
          <a:ln w="12700">
            <a:solidFill>
              <a:srgbClr val="D52B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611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Protegida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persona carga a la vez. Si algo se traba, se libera a los 30 minutos o con Cancelar.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496519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9377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Cargas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5303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archivo, inicio, fin, duración, filas y resultado, con filtros y búsqueda.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51960" y="1481328"/>
            <a:ext cx="7680960" cy="3986784"/>
          </a:xfrm>
          <a:prstGeom prst="roundRect">
            <a:avLst>
              <a:gd name="adj" fmla="val 2294"/>
            </a:avLst>
          </a:prstGeom>
          <a:solidFill>
            <a:srgbClr val="E4D6D4"/>
          </a:solidFill>
          <a:ln w="12700">
            <a:solidFill>
              <a:srgbClr val="E4D6D4"/>
            </a:solidFill>
            <a:prstDash val="solid"/>
          </a:ln>
        </p:spPr>
      </p:sp>
      <p:pic>
        <p:nvPicPr>
          <p:cNvPr id="15" name="Image 1" descr="C:\Users\DiegoAntonioConstant\Desktop\TrazabilidadSeguimiento\Colgate_Auditoria_Presentacion\assets\img\auditoria_pd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680960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4114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4D6D4"/>
            </a:solidFill>
            <a:prstDash val="solid"/>
          </a:ln>
        </p:spPr>
      </p:sp>
      <p:pic>
        <p:nvPicPr>
          <p:cNvPr id="4" name="Image 0" descr="C:\Users\DiegoAntonioConstant\Desktop\TrazabilidadSeguimiento\Colgate_Auditoria_Presentacion\assets\img\colgate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79408" y="484632"/>
            <a:ext cx="170078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9680" y="11430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Rutas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869680" y="2313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Quién, Cuándo y Desde Dónde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0" y="26517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ruta muestra si fue creada, editada o eliminada, masiva o individual, por qué usuario y desde qué archivo.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869680" y="3776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que se Combinan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Ruta, PDV, fecha de visita, usuario, supervisor, estado y evento se cruzan libremente.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69680" y="50566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0" y="5029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a la Vista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18320" y="53949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marca verde confirma que los datos existen; una alerta señala qué falta.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1572768"/>
            <a:ext cx="8046720" cy="3822192"/>
          </a:xfrm>
          <a:prstGeom prst="roundRect">
            <a:avLst>
              <a:gd name="adj" fmla="val 2392"/>
            </a:avLst>
          </a:prstGeom>
          <a:solidFill>
            <a:srgbClr val="E4D6D4"/>
          </a:solidFill>
          <a:ln w="12700">
            <a:solidFill>
              <a:srgbClr val="E4D6D4"/>
            </a:solidFill>
            <a:prstDash val="solid"/>
          </a:ln>
        </p:spPr>
      </p:sp>
      <p:pic>
        <p:nvPicPr>
          <p:cNvPr id="16" name="Image 1" descr="C:\Users\DiegoAntonioConstant\Desktop\TrazabilidadSeguimiento\Colgate_Auditoria_Presentacion\assets\img\auditoria_ru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804672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42232" cy="6858000"/>
          </a:xfrm>
          <a:prstGeom prst="rect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920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4D6D4"/>
            </a:solidFill>
            <a:prstDash val="solid"/>
          </a:ln>
        </p:spPr>
      </p:sp>
      <p:pic>
        <p:nvPicPr>
          <p:cNvPr id="4" name="Image 0" descr="C:\Users\DiegoAntonioConstant\Desktop\TrazabilidadSeguimiento\Colgate_Auditoria_Presentacion\assets\img\colgate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484632"/>
            <a:ext cx="170078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con Responsable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y rutas con estado en vivo, historial y datos verificados.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48640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DiegoAntonioConstant\Desktop\TrazabilidadSeguimiento\Colgate_Auditoria_Presentacion\assets\img\lucky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5541264"/>
            <a:ext cx="123444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172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Grupo Lucky · © Grupo Lucky &amp; Colgate 2026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0" y="94183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vivo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20640" y="1280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sube, lote actual, avance y tiempo estimado, cada 3 segundos.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21040" y="941832"/>
            <a:ext cx="384048" cy="384048"/>
          </a:xfrm>
          <a:prstGeom prst="ellipse">
            <a:avLst/>
          </a:prstGeom>
          <a:solidFill>
            <a:srgbClr val="D52B24"/>
          </a:solidFill>
          <a:ln w="12700">
            <a:solidFill>
              <a:srgbClr val="D52B2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6968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carga a la vez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869680" y="1280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dos cargas se pisen y deja la base consistente.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0" y="231343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queda trabado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libera solo a los 30 minutos, o al instante con Cancelar.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321040" y="231343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6968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cargas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86968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archivo, duración, filas y resultado de cada carga.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0" y="3685032"/>
            <a:ext cx="384048" cy="384048"/>
          </a:xfrm>
          <a:prstGeom prst="ellipse">
            <a:avLst/>
          </a:prstGeom>
          <a:solidFill>
            <a:srgbClr val="D52B24"/>
          </a:solidFill>
          <a:ln w="12700">
            <a:solidFill>
              <a:srgbClr val="D52B2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explicados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12064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error con su lote y mensaje, para corregir rápido.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321040" y="368503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86968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ruta, con responsable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86968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Creación, edición o eliminación, con usuario, fecha y archivo.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0" y="5056632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20640" y="5029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combinables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120640" y="5394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cruzan ruta, PDV, usuario, supervisor, estado y fechas.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321040" y="5056632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869680" y="5029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verificada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8869680" y="53949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si el PDV, el usuario o el supervisor ya no existen.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 de PDV y Rutas Colgate - Presentación Ejecutiva</dc:title>
  <dc:subject>PptxGenJS Presentation</dc:subject>
  <dc:creator>Grupo Lucky</dc:creator>
  <cp:lastModifiedBy>Grupo Lucky</cp:lastModifiedBy>
  <cp:revision>1</cp:revision>
  <dcterms:created xsi:type="dcterms:W3CDTF">2026-10-06T21:17:39Z</dcterms:created>
  <dcterms:modified xsi:type="dcterms:W3CDTF">2026-10-06T21:17:39Z</dcterms:modified>
</cp:coreProperties>
</file>