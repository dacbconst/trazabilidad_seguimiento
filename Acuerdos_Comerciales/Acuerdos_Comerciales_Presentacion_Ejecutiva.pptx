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AntonioConstant\Desktop\TrazabilidadSeguimiento\Acuerdos_Comerciales\assets\img\presentacion\logo_alicor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94360"/>
            <a:ext cx="164592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60320" y="731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2 · ADN ALICORP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400800" y="731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Jabonería Wilson / Alicorp Ecuador</a:t>
            </a:r>
            <a:endParaRPr lang="en-US" sz="950" dirty="0"/>
          </a:p>
        </p:txBody>
      </p:sp>
      <p:pic>
        <p:nvPicPr>
          <p:cNvPr id="5" name="Image 1" descr="C:\Users\DiegoAntonioConstant\Desktop\TrazabilidadSeguimiento\Acuerdos_Comerciales\lucky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594360"/>
            <a:ext cx="1554480" cy="5943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Acuerdos Comerciales</a:t>
            </a:r>
            <a:endParaRPr lang="en-US" sz="5200" dirty="0"/>
          </a:p>
        </p:txBody>
      </p:sp>
      <p:sp>
        <p:nvSpPr>
          <p:cNvPr id="7" name="Text 3"/>
          <p:cNvSpPr/>
          <p:nvPr/>
        </p:nvSpPr>
        <p:spPr>
          <a:xfrm>
            <a:off x="731520" y="301752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total del Acta de Compromiso: se crea, se firma y se sigue en un solo lugar, con visibilidad para todo el equipo comercial.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731520" y="484632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4846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11931"/>
                </a:solidFill>
              </a:rPr>
              <a:t>Canal Directo y Distribuidores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657600" y="4846320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57600" y="4846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28D9"/>
                </a:solidFill>
              </a:rPr>
              <a:t>Seguimiento del Equipo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400800" y="484632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00800" y="4846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7857"/>
                </a:solidFill>
              </a:rPr>
              <a:t>Firma Física, Control Digital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1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ACUERDOS COMERCIALES  ·  CONTEXTO Y DESAFÍO OPERATIVO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funcionaba el proceso de acuerdos antes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Redactar Cada Acuerdo Tomaba Tiempo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cada acuerdo comercial consumía bastante tiempo, tanto para Directo como para Distribuidores.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Cuotas y Rebate Llenados en Cada Acta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42900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asesor o el jefe de agencia tenía que llenar las cuotas, el rebate y la participación en cada acuerdo.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44805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Excel para Cada Cierre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80060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cuotas del acuerdo estaban en un Excel y la venta real se cargaba desde los cubos para ver el cumplimiento.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0" y="1645920"/>
            <a:ext cx="5669280" cy="4206240"/>
          </a:xfrm>
          <a:prstGeom prst="roundRect">
            <a:avLst>
              <a:gd name="adj" fmla="val 32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</a:rPr>
              <a:t>✕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0" y="20116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Firmas sin Dónde Guardarse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0" y="230428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El Acta se compartía por correo o WhatsApp y no había un lugar donde el asesor subiera la versión firmada.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03504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</a:rPr>
              <a:t>✕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83680" y="32004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Seguimiento Pasando Archivos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349300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Ventas y cartera se completaban en el Excel y el archivo se pasaba a otra persona para dar seguimiento a la visibilidad.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03504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83680" y="43891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Con el Sistema ADN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0" y="468172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Un solo flujo: las cuotas llegan cargadas, el Acta sale lista para firmar y el seguimiento se arma solo.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1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ACUERDOS COMERCIALES  ·  INGRESO Y CREACIÓN DE ACUERDOS (FOTOS 1 Y 2)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y Registro de Metas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01168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087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F87"/>
                </a:solidFill>
              </a:rPr>
              <a:t>Foto 1 · Acceso Seguro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Panel de Gestión Comercial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Cada asesor y supervisor entra con su cuenta personal para ver solo sus clientes y tiendas asignadas.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3566160"/>
            <a:ext cx="3657600" cy="2286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703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931"/>
                </a:solidFill>
              </a:rPr>
              <a:t>Foto 2 · Registro Guiado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9776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Metas y Espacios en Tienda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29768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Selección de cliente, trimestre (Q1 a Q4) y metas de compra por categoría. El % de rebate aparece bloqueado automáticamente para evitar errores.</a:t>
            </a:r>
            <a:endParaRPr lang="en-US" sz="1000" dirty="0"/>
          </a:p>
        </p:txBody>
      </p:sp>
      <p:pic>
        <p:nvPicPr>
          <p:cNvPr id="12" name="Image 0" descr="C:\Users\DiegoAntonioConstant\Desktop\TrazabilidadSeguimiento\Acuerdos_Comerciales\assets\img\presentacion\app_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1051560"/>
            <a:ext cx="6949440" cy="2560320"/>
          </a:xfrm>
          <a:prstGeom prst="rect">
            <a:avLst/>
          </a:prstGeom>
        </p:spPr>
      </p:pic>
      <p:pic>
        <p:nvPicPr>
          <p:cNvPr id="13" name="Image 1" descr="C:\Users\DiegoAntonioConstant\Desktop\TrazabilidadSeguimiento\Acuerdos_Comerciales\assets\img\presentacion\app_registro_acuerd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0" y="3703320"/>
            <a:ext cx="694944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1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ACUERDOS COMERCIALES  ·  CONTROL DE FIRMAS Y EQUIPO (FOTOS 3 Y 4)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Firmas y Asesores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01168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087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Foto 3 · Historial Oficial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Código Único y Subida de Firma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Cada acuerdo genera su código (#ADN-2026-0001). Muestra si la firma está pendiente o firmada, con botón para subir la foto del documento.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3566160"/>
            <a:ext cx="3657600" cy="2286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703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F87"/>
                </a:solidFill>
              </a:rPr>
              <a:t>Foto 4 · Tablero de Equipo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9776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Avance por Miembro Comercial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29768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El supervisor ve en una sola pantalla cuántas actas ha creado cada asesor, cuántas ya están firmadas y cuántas faltan por gestionar.</a:t>
            </a:r>
            <a:endParaRPr lang="en-US" sz="1000" dirty="0"/>
          </a:p>
        </p:txBody>
      </p:sp>
      <p:pic>
        <p:nvPicPr>
          <p:cNvPr id="12" name="Image 0" descr="C:\Users\DiegoAntonioConstant\Desktop\TrazabilidadSeguimiento\Acuerdos_Comerciales\assets\img\presentacion\app_historial_acuerdo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1051560"/>
            <a:ext cx="6949440" cy="2560320"/>
          </a:xfrm>
          <a:prstGeom prst="rect">
            <a:avLst/>
          </a:prstGeom>
        </p:spPr>
      </p:pic>
      <p:pic>
        <p:nvPicPr>
          <p:cNvPr id="13" name="Image 1" descr="C:\Users\DiegoAntonioConstant\Desktop\TrazabilidadSeguimiento\Acuerdos_Comerciales\assets\img\presentacion\app_seguimiento_equip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0" y="3703320"/>
            <a:ext cx="694944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1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ACUERDOS COMERCIALES  ·  ESPACIOS Y EVALUACIÓN DE CUOTAS (FOTOS 5 Y 6)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Espacios y Quién Gana la Cuota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01168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087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</a:rPr>
              <a:t>Foto 5 · Resumen Negociado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Control de Espacios en Tienda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Resumen de cabeceras, rumas y perchas negociadas por asesor, con el valor estimado de ganancia para cada categoría (Crema, Líquido).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3566160"/>
            <a:ext cx="3657600" cy="2286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703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Foto 6 · Evaluación de Cuota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9776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Cálculo Automático: Gana o No Gana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29768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Se sube el archivo de ventas reales del trimestre y el sistema calcula de inmediato: marca con verde GANA o con rojo NO GANA según el cumplimiento.</a:t>
            </a:r>
            <a:endParaRPr lang="en-US" sz="1000" dirty="0"/>
          </a:p>
        </p:txBody>
      </p:sp>
      <p:pic>
        <p:nvPicPr>
          <p:cNvPr id="12" name="Image 0" descr="C:\Users\DiegoAntonioConstant\Desktop\TrazabilidadSeguimiento\Acuerdos_Comerciales\assets\img\presentacion\app_resumen_negociac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1051560"/>
            <a:ext cx="6949440" cy="2560320"/>
          </a:xfrm>
          <a:prstGeom prst="rect">
            <a:avLst/>
          </a:prstGeom>
        </p:spPr>
      </p:pic>
      <p:pic>
        <p:nvPicPr>
          <p:cNvPr id="13" name="Image 1" descr="C:\Users\DiegoAntonioConstant\Desktop\TrazabilidadSeguimiento\Acuerdos_Comerciales\assets\img\presentacion\app_cumplimiento_cuota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0" y="3703320"/>
            <a:ext cx="694944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1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ACUERDOS COMERCIALES  ·  CATÁLOGO MAESTRO Y BENEFICIOS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del Acta de Compromiso de Principio a Fin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F87"/>
                </a:solidFill>
              </a:rPr>
              <a:t>Foto 7 · Repositorios (Catálogo Oficial de Rebates)</a:t>
            </a:r>
            <a:endParaRPr lang="en-US" sz="1100" dirty="0"/>
          </a:p>
        </p:txBody>
      </p:sp>
      <p:pic>
        <p:nvPicPr>
          <p:cNvPr id="5" name="Image 0" descr="C:\Users\DiegoAntonioConstant\Desktop\TrazabilidadSeguimiento\Acuerdos_Comerciales\assets\img\presentacion\app_repositorio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463040"/>
            <a:ext cx="5669280" cy="4663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75120" y="1143000"/>
            <a:ext cx="22860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12280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11931"/>
                </a:solidFill>
              </a:rPr>
              <a:t>CONTROL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812280" y="1554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Firmas siempre a la vista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812280" y="185623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Estado de cada Acta a la vista: firmada, pendiente o vencida, con foto de respaldo.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9144000" y="1143000"/>
            <a:ext cx="22860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281160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2F87"/>
                </a:solidFill>
              </a:rPr>
              <a:t>RAPIDEZ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281160" y="1554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Actas listas para firmar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9281160" y="185623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El Acta sale en PDF directo desde el sistema, sin armar documentos a mano.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675120" y="2468880"/>
            <a:ext cx="22860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12280" y="2560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59669"/>
                </a:solidFill>
              </a:rPr>
              <a:t>EQUIPO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812280" y="2880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Seguimiento de cada asesor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812280" y="318211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El supervisor ve cuántas Actas generó cada asesor y cuáles faltan por firmar.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9144000" y="2468880"/>
            <a:ext cx="22860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281160" y="2560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11931"/>
                </a:solidFill>
              </a:rPr>
              <a:t>AVISOS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281160" y="2880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Nada se queda sin firmar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9281160" y="318211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El sistema avisa al asesor antes de que venza el plazo de la firma.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675120" y="3794760"/>
            <a:ext cx="22860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12280" y="3886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2F87"/>
                </a:solidFill>
              </a:rPr>
              <a:t>AHORRO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812280" y="4206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Menos digitación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812280" y="450799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Las cuotas del trimestre llegan cargadas al asesor; solo completa lo que falta.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9144000" y="3794760"/>
            <a:ext cx="22860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281160" y="3886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59669"/>
                </a:solidFill>
              </a:rPr>
              <a:t>CUMPLIMIENTO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9281160" y="4206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Cumplimiento sin cruzar Excel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9281160" y="450799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Al cargar la venta real se calcula quién cumple su meta.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675120" y="5120640"/>
            <a:ext cx="22860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812280" y="52120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11931"/>
                </a:solidFill>
              </a:rPr>
              <a:t>LIQUIDACIÓN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812280" y="5532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Pagos con respaldo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6812280" y="583387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Excel con metas y resultados por cliente, listo para revisar y liquidar.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9144000" y="5120640"/>
            <a:ext cx="22860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281160" y="52120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2F87"/>
                </a:solidFill>
              </a:rPr>
              <a:t>2 CANALES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9281160" y="5532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Directo y Distribuidor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9281160" y="583387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Dólares y cajas en el mismo sistema, cada uno con su Acta y su Excel.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Grupo Lucky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Acuerdos Comerciales (ADN) - Presentación Ejecutiva</dc:title>
  <dc:subject>PptxGenJS Presentation</dc:subject>
  <dc:creator>Grupo Lucky &amp; Alicorp</dc:creator>
  <cp:lastModifiedBy>Grupo Lucky &amp; Alicorp</cp:lastModifiedBy>
  <cp:revision>1</cp:revision>
  <dcterms:created xsi:type="dcterms:W3CDTF">2026-10-06T19:45:01Z</dcterms:created>
  <dcterms:modified xsi:type="dcterms:W3CDTF">2026-10-06T19:45:01Z</dcterms:modified>
</cp:coreProperties>
</file>