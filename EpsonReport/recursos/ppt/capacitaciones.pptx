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1" r:id="rId4"/>
    <p:sldId id="273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CAPACITACIONES" id="{4D9C050E-2639-4549-A14D-DB68AD006DE2}">
          <p14:sldIdLst>
            <p14:sldId id="281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CAPACITACIONES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3" name="Imagen 2" descr="Epson-Logo – Specialised Imaging Solutions Limited">
            <a:extLst>
              <a:ext uri="{FF2B5EF4-FFF2-40B4-BE49-F238E27FC236}">
                <a16:creationId xmlns:a16="http://schemas.microsoft.com/office/drawing/2014/main" id="{E71AB496-2BF1-1D66-1198-6C6AF06B01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69" r="314" b="27720"/>
          <a:stretch>
            <a:fillRect/>
          </a:stretch>
        </p:blipFill>
        <p:spPr>
          <a:xfrm>
            <a:off x="3842079" y="2413165"/>
            <a:ext cx="4507842" cy="1238568"/>
          </a:xfrm>
          <a:prstGeom prst="rect">
            <a:avLst/>
          </a:prstGeom>
        </p:spPr>
      </p:pic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F719B740-B6E1-8388-8DF7-2289E374E2FD}"/>
              </a:ext>
            </a:extLst>
          </p:cNvPr>
          <p:cNvCxnSpPr/>
          <p:nvPr/>
        </p:nvCxnSpPr>
        <p:spPr>
          <a:xfrm>
            <a:off x="4256297" y="3825551"/>
            <a:ext cx="3486778" cy="0"/>
          </a:xfrm>
          <a:prstGeom prst="line">
            <a:avLst/>
          </a:prstGeom>
          <a:ln w="571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F2B51-C5C9-A5F6-9B22-ADA5A7B5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375D9BAD-F0AB-9DAC-22D1-8809CF524E3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7EDA5EF-ADE6-FF99-6299-D79A963D166F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CAPACITACIONES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85C51A6-A419-0150-0586-C86D11FA8A40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640F8E1-F896-D4DF-1F3E-A291E8E7C009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CD2644F0-7481-80F8-E9F6-BEE46224A3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64EC0F62-7197-6A21-BE2B-2F6CB88AF92A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F570225-5DEE-78FA-5EB5-BEFB095F4346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CAPACITACION L4360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AD350E1-4F5A-F49D-6286-0486219E3665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D3090D2-97C2-BB95-F4D8-C118D75FADBF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DE471F08-96CB-1B6A-D94E-2D7A321DB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2797921"/>
            <a:ext cx="3723845" cy="2374477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DA3D3BBA-1C2E-D645-F431-ED97681863D0}"/>
              </a:ext>
            </a:extLst>
          </p:cNvPr>
          <p:cNvSpPr/>
          <p:nvPr/>
        </p:nvSpPr>
        <p:spPr>
          <a:xfrm rot="16200000">
            <a:off x="2879637" y="3317378"/>
            <a:ext cx="1349034" cy="1340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518D2F70-2A96-B6A6-D1B5-C13564AFE343}"/>
              </a:ext>
            </a:extLst>
          </p:cNvPr>
          <p:cNvCxnSpPr>
            <a:cxnSpLocks/>
          </p:cNvCxnSpPr>
          <p:nvPr/>
        </p:nvCxnSpPr>
        <p:spPr>
          <a:xfrm>
            <a:off x="2716734" y="4661984"/>
            <a:ext cx="34910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28D62058-96EC-A831-56B4-3E2BDDB6761D}"/>
              </a:ext>
            </a:extLst>
          </p:cNvPr>
          <p:cNvSpPr/>
          <p:nvPr/>
        </p:nvSpPr>
        <p:spPr>
          <a:xfrm rot="16200000">
            <a:off x="5117405" y="3750253"/>
            <a:ext cx="498009" cy="13401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99429D5A-BEBC-639A-24A4-A4F43259AE4B}"/>
              </a:ext>
            </a:extLst>
          </p:cNvPr>
          <p:cNvSpPr txBox="1"/>
          <p:nvPr/>
        </p:nvSpPr>
        <p:spPr>
          <a:xfrm>
            <a:off x="2871272" y="4703899"/>
            <a:ext cx="13056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ASISTENTES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03988367-670C-65C6-A3AF-42048A326E3F}"/>
              </a:ext>
            </a:extLst>
          </p:cNvPr>
          <p:cNvSpPr txBox="1"/>
          <p:nvPr/>
        </p:nvSpPr>
        <p:spPr>
          <a:xfrm>
            <a:off x="4858741" y="4703899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28621B32-217B-50C3-03C7-E0D481BA2BD6}"/>
              </a:ext>
            </a:extLst>
          </p:cNvPr>
          <p:cNvSpPr txBox="1"/>
          <p:nvPr/>
        </p:nvSpPr>
        <p:spPr>
          <a:xfrm>
            <a:off x="3249928" y="3108643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D60386A8-36A0-96F0-58D0-022C922FA50B}"/>
              </a:ext>
            </a:extLst>
          </p:cNvPr>
          <p:cNvSpPr txBox="1"/>
          <p:nvPr/>
        </p:nvSpPr>
        <p:spPr>
          <a:xfrm>
            <a:off x="5064236" y="3947230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416CF537-D0C4-5C13-8269-382D52FA3C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1042469"/>
            <a:ext cx="3723845" cy="1654075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C4D1C78-DEAA-2959-5AEA-0693D4188D92}"/>
              </a:ext>
            </a:extLst>
          </p:cNvPr>
          <p:cNvSpPr txBox="1"/>
          <p:nvPr/>
        </p:nvSpPr>
        <p:spPr>
          <a:xfrm>
            <a:off x="2778527" y="15940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VENDEDORES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7F56073F-E0FF-4F5A-1CAD-212395D46EF4}"/>
              </a:ext>
            </a:extLst>
          </p:cNvPr>
          <p:cNvGrpSpPr/>
          <p:nvPr/>
        </p:nvGrpSpPr>
        <p:grpSpPr>
          <a:xfrm>
            <a:off x="3779009" y="1592870"/>
            <a:ext cx="2431998" cy="207268"/>
            <a:chOff x="6501235" y="2831998"/>
            <a:chExt cx="2431998" cy="207268"/>
          </a:xfrm>
        </p:grpSpPr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8579586-1905-D751-AAC5-D644E9D136A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BD020C83-EB58-F2AD-3B36-9B7DBD2522C2}"/>
                </a:ext>
              </a:extLst>
            </p:cNvPr>
            <p:cNvSpPr/>
            <p:nvPr/>
          </p:nvSpPr>
          <p:spPr>
            <a:xfrm>
              <a:off x="6501235" y="2836928"/>
              <a:ext cx="2182820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DB114163-B294-4ACB-837A-098A91FE49EB}"/>
              </a:ext>
            </a:extLst>
          </p:cNvPr>
          <p:cNvSpPr txBox="1"/>
          <p:nvPr/>
        </p:nvSpPr>
        <p:spPr>
          <a:xfrm>
            <a:off x="2778527" y="188522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JEFE DE TIENDA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1847D26-DBF4-6B3F-BDE0-9A8D39AA6348}"/>
              </a:ext>
            </a:extLst>
          </p:cNvPr>
          <p:cNvSpPr txBox="1"/>
          <p:nvPr/>
        </p:nvSpPr>
        <p:spPr>
          <a:xfrm>
            <a:off x="2778527" y="220239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ASIST. DE TIENDA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504CCFE-0527-11D1-1E2D-8B06777C8045}"/>
              </a:ext>
            </a:extLst>
          </p:cNvPr>
          <p:cNvGrpSpPr/>
          <p:nvPr/>
        </p:nvGrpSpPr>
        <p:grpSpPr>
          <a:xfrm>
            <a:off x="3779009" y="1893752"/>
            <a:ext cx="2431998" cy="207268"/>
            <a:chOff x="6501235" y="2831998"/>
            <a:chExt cx="2431998" cy="207268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60DA044-39F1-ABB5-2B49-1F9E5B6CE6CE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0621028B-49FC-A2F9-0586-7D9DB372FB0E}"/>
                </a:ext>
              </a:extLst>
            </p:cNvPr>
            <p:cNvSpPr/>
            <p:nvPr/>
          </p:nvSpPr>
          <p:spPr>
            <a:xfrm>
              <a:off x="6501236" y="2836928"/>
              <a:ext cx="83431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32B3E747-C9B3-78A6-415F-E8C8E90EFBF2}"/>
              </a:ext>
            </a:extLst>
          </p:cNvPr>
          <p:cNvGrpSpPr/>
          <p:nvPr/>
        </p:nvGrpSpPr>
        <p:grpSpPr>
          <a:xfrm>
            <a:off x="3779009" y="2194634"/>
            <a:ext cx="2431998" cy="207268"/>
            <a:chOff x="6501235" y="2831998"/>
            <a:chExt cx="2431998" cy="207268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2A6981D5-9E1C-15B5-372D-9C02598F7C5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15A6A909-D08E-F5F5-0A52-B9694088F332}"/>
                </a:ext>
              </a:extLst>
            </p:cNvPr>
            <p:cNvSpPr/>
            <p:nvPr/>
          </p:nvSpPr>
          <p:spPr>
            <a:xfrm>
              <a:off x="6501236" y="2836928"/>
              <a:ext cx="83432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930DE25-DAC9-0869-F19F-9C02A204B9D8}"/>
              </a:ext>
            </a:extLst>
          </p:cNvPr>
          <p:cNvSpPr txBox="1"/>
          <p:nvPr/>
        </p:nvSpPr>
        <p:spPr>
          <a:xfrm>
            <a:off x="5889913" y="159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48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A1BF7DB8-23C1-1116-6E55-09905AB87079}"/>
              </a:ext>
            </a:extLst>
          </p:cNvPr>
          <p:cNvSpPr txBox="1"/>
          <p:nvPr/>
        </p:nvSpPr>
        <p:spPr>
          <a:xfrm>
            <a:off x="5889913" y="2220881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A5E925F-A332-EF34-A88B-68EAAEEEB340}"/>
              </a:ext>
            </a:extLst>
          </p:cNvPr>
          <p:cNvSpPr txBox="1"/>
          <p:nvPr/>
        </p:nvSpPr>
        <p:spPr>
          <a:xfrm>
            <a:off x="5889913" y="189946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F9451717-C646-AA66-5BE4-D9CDF45FBC8C}"/>
              </a:ext>
            </a:extLst>
          </p:cNvPr>
          <p:cNvSpPr txBox="1"/>
          <p:nvPr/>
        </p:nvSpPr>
        <p:spPr>
          <a:xfrm>
            <a:off x="2666301" y="1112390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ASISTENTES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4D71D8D-1DFE-F241-E458-D5C3F2A40040}"/>
              </a:ext>
            </a:extLst>
          </p:cNvPr>
          <p:cNvSpPr txBox="1"/>
          <p:nvPr/>
        </p:nvSpPr>
        <p:spPr>
          <a:xfrm>
            <a:off x="2709879" y="2858592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INTERACCIONES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20D92A18-E3E4-38E5-4697-BB26D8B888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686" y="5273775"/>
            <a:ext cx="3723845" cy="1341307"/>
          </a:xfrm>
          <a:prstGeom prst="rect">
            <a:avLst/>
          </a:prstGeom>
        </p:spPr>
      </p:pic>
      <p:sp>
        <p:nvSpPr>
          <p:cNvPr id="46" name="CuadroTexto 45">
            <a:extLst>
              <a:ext uri="{FF2B5EF4-FFF2-40B4-BE49-F238E27FC236}">
                <a16:creationId xmlns:a16="http://schemas.microsoft.com/office/drawing/2014/main" id="{689780DD-29CC-63B2-95B5-3CA836D6CD36}"/>
              </a:ext>
            </a:extLst>
          </p:cNvPr>
          <p:cNvSpPr txBox="1"/>
          <p:nvPr/>
        </p:nvSpPr>
        <p:spPr>
          <a:xfrm>
            <a:off x="2709879" y="5334446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507F852B-5E97-75EF-647D-55444A9A813B}"/>
              </a:ext>
            </a:extLst>
          </p:cNvPr>
          <p:cNvSpPr txBox="1"/>
          <p:nvPr/>
        </p:nvSpPr>
        <p:spPr>
          <a:xfrm>
            <a:off x="2716734" y="565672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E496A490-F3A3-9A08-6F9F-CBF5A4311205}"/>
              </a:ext>
            </a:extLst>
          </p:cNvPr>
          <p:cNvSpPr txBox="1"/>
          <p:nvPr/>
        </p:nvSpPr>
        <p:spPr>
          <a:xfrm>
            <a:off x="2716734" y="5947924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CFEF9F0B-5C2E-63D1-DD4A-CCF61D0D0B33}"/>
              </a:ext>
            </a:extLst>
          </p:cNvPr>
          <p:cNvSpPr txBox="1"/>
          <p:nvPr/>
        </p:nvSpPr>
        <p:spPr>
          <a:xfrm>
            <a:off x="2716734" y="6265099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</p:spTree>
    <p:extLst>
      <p:ext uri="{BB962C8B-B14F-4D97-AF65-F5344CB8AC3E}">
        <p14:creationId xmlns:p14="http://schemas.microsoft.com/office/powerpoint/2010/main" val="63233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39A7E-8074-0451-A8F6-AF591D2BB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E77FC5-8D75-D7F7-409E-3A493D6D0C3A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608C82B-E070-313B-3A8A-BCFD9F359C11}"/>
              </a:ext>
            </a:extLst>
          </p:cNvPr>
          <p:cNvSpPr txBox="1"/>
          <p:nvPr/>
        </p:nvSpPr>
        <p:spPr>
          <a:xfrm>
            <a:off x="499218" y="242918"/>
            <a:ext cx="97457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 DONDE SE CAPACITO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1CC275F-0221-A352-405A-A299D6450FDF}"/>
              </a:ext>
            </a:extLst>
          </p:cNvPr>
          <p:cNvSpPr/>
          <p:nvPr/>
        </p:nvSpPr>
        <p:spPr>
          <a:xfrm>
            <a:off x="251928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AL EQUIPO DE EPSON SOBRE EL CUAL VA A CAPACITAR</a:t>
            </a:r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D850CF-9474-C36E-6BB1-0D00A1753C40}"/>
              </a:ext>
            </a:extLst>
          </p:cNvPr>
          <p:cNvSpPr/>
          <p:nvPr/>
        </p:nvSpPr>
        <p:spPr>
          <a:xfrm>
            <a:off x="4240215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DANDO LA CAPACITACION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7D7FD16-A459-4327-D46B-4068C485E09B}"/>
              </a:ext>
            </a:extLst>
          </p:cNvPr>
          <p:cNvSpPr/>
          <p:nvPr/>
        </p:nvSpPr>
        <p:spPr>
          <a:xfrm>
            <a:off x="8209841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ENTREGANDO BREAKS Y/O PREMIOS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4687779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121</Words>
  <Application>Microsoft Office PowerPoint</Application>
  <PresentationFormat>Panorámica</PresentationFormat>
  <Paragraphs>31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Diego Antonio Constante Benavides</cp:lastModifiedBy>
  <cp:revision>31</cp:revision>
  <dcterms:created xsi:type="dcterms:W3CDTF">2023-12-05T22:05:31Z</dcterms:created>
  <dcterms:modified xsi:type="dcterms:W3CDTF">2026-10-04T00:14:14Z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