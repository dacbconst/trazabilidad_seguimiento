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1" r:id="rId4"/>
    <p:sldId id="273" r:id="rId5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C092418E-1FB3-482F-9B3B-ED1A5D4977EF}">
          <p14:sldIdLst>
            <p14:sldId id="256"/>
            <p14:sldId id="257"/>
          </p14:sldIdLst>
        </p14:section>
        <p14:section name="CAPACITACIONES" id="{4D9C050E-2639-4549-A14D-DB68AD006DE2}">
          <p14:sldIdLst>
            <p14:sldId id="281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4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oska Elizabeth SanMartin Bello" userId="02ab975b-960e-42bb-837d-f7df9595029a" providerId="ADAL" clId="{189961E0-6D24-43AC-8384-5AF5B7BC5063}"/>
    <pc:docChg chg="undo custSel addSld modSld addSection delSection modSection">
      <pc:chgData name="Ninoska Elizabeth SanMartin Bello" userId="02ab975b-960e-42bb-837d-f7df9595029a" providerId="ADAL" clId="{189961E0-6D24-43AC-8384-5AF5B7BC5063}" dt="2026-06-18T23:06:44.717" v="223" actId="14100"/>
      <pc:docMkLst>
        <pc:docMk/>
      </pc:docMkLst>
      <pc:sldChg chg="addSp delSp modSp mod">
        <pc:chgData name="Ninoska Elizabeth SanMartin Bello" userId="02ab975b-960e-42bb-837d-f7df9595029a" providerId="ADAL" clId="{189961E0-6D24-43AC-8384-5AF5B7BC5063}" dt="2026-06-18T23:04:22.778" v="214"/>
        <pc:sldMkLst>
          <pc:docMk/>
          <pc:sldMk cId="1676416835" sldId="265"/>
        </pc:sldMkLst>
        <pc:spChg chg="del mod">
          <ac:chgData name="Ninoska Elizabeth SanMartin Bello" userId="02ab975b-960e-42bb-837d-f7df9595029a" providerId="ADAL" clId="{189961E0-6D24-43AC-8384-5AF5B7BC5063}" dt="2026-06-18T23:02:51.342" v="211"/>
          <ac:spMkLst>
            <pc:docMk/>
            <pc:sldMk cId="1676416835" sldId="265"/>
            <ac:spMk id="4" creationId="{31C5D031-69CD-49F5-8F81-DCA9C8F277F9}"/>
          </ac:spMkLst>
        </pc:spChg>
        <pc:spChg chg="del mod">
          <ac:chgData name="Ninoska Elizabeth SanMartin Bello" userId="02ab975b-960e-42bb-837d-f7df9595029a" providerId="ADAL" clId="{189961E0-6D24-43AC-8384-5AF5B7BC5063}" dt="2026-06-18T22:55:13.705" v="175" actId="478"/>
          <ac:spMkLst>
            <pc:docMk/>
            <pc:sldMk cId="1676416835" sldId="265"/>
            <ac:spMk id="35" creationId="{BDFD00C9-5059-9C9B-0D29-5630140EC5EE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8" creationId="{EC31A34B-17E1-ED25-90CE-9D88080F52F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49" creationId="{8C0E149B-7B94-8905-A933-95A983568EF7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1" creationId="{6E2643EA-DDED-9744-B7EC-30E20E24F58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2" creationId="{AE817ADF-450C-DB80-210F-3CF5FC5025B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3" creationId="{F975CBBD-FF36-4087-6117-FFF01A8F682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4" creationId="{E6B1C996-2E71-9A83-DE6E-10A18D71F8BD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5" creationId="{00F16202-0582-9097-1EBD-20A9DDB8BDF1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6" creationId="{331C44BE-A27F-5B51-6237-422D274B6CD0}"/>
          </ac:spMkLst>
        </pc:spChg>
        <pc:spChg chg="mod">
          <ac:chgData name="Ninoska Elizabeth SanMartin Bello" userId="02ab975b-960e-42bb-837d-f7df9595029a" providerId="ADAL" clId="{189961E0-6D24-43AC-8384-5AF5B7BC5063}" dt="2026-06-18T22:45:09.996" v="169"/>
          <ac:spMkLst>
            <pc:docMk/>
            <pc:sldMk cId="1676416835" sldId="265"/>
            <ac:spMk id="58" creationId="{FDD8E7D1-E7B6-F28D-3412-A4071A2181FF}"/>
          </ac:spMkLst>
        </pc:spChg>
        <pc:spChg chg="del">
          <ac:chgData name="Ninoska Elizabeth SanMartin Bello" userId="02ab975b-960e-42bb-837d-f7df9595029a" providerId="ADAL" clId="{189961E0-6D24-43AC-8384-5AF5B7BC5063}" dt="2026-06-18T22:54:59.005" v="172" actId="478"/>
          <ac:spMkLst>
            <pc:docMk/>
            <pc:sldMk cId="1676416835" sldId="265"/>
            <ac:spMk id="61" creationId="{CD50E37A-3B36-C7F9-2CF9-751BABB8A657}"/>
          </ac:spMkLst>
        </pc:spChg>
        <pc:spChg chg="del">
          <ac:chgData name="Ninoska Elizabeth SanMartin Bello" userId="02ab975b-960e-42bb-837d-f7df9595029a" providerId="ADAL" clId="{189961E0-6D24-43AC-8384-5AF5B7BC5063}" dt="2026-06-18T22:54:52.061" v="171" actId="478"/>
          <ac:spMkLst>
            <pc:docMk/>
            <pc:sldMk cId="1676416835" sldId="265"/>
            <ac:spMk id="62" creationId="{A981D387-7C10-700B-C7F4-19BCEE98C11D}"/>
          </ac:spMkLst>
        </pc:spChg>
        <pc:spChg chg="del">
          <ac:chgData name="Ninoska Elizabeth SanMartin Bello" userId="02ab975b-960e-42bb-837d-f7df9595029a" providerId="ADAL" clId="{189961E0-6D24-43AC-8384-5AF5B7BC5063}" dt="2026-06-18T22:54:48.377" v="170" actId="478"/>
          <ac:spMkLst>
            <pc:docMk/>
            <pc:sldMk cId="1676416835" sldId="265"/>
            <ac:spMk id="63" creationId="{16F18DFE-6BA6-6DB5-505C-AB817A7B2EF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78" creationId="{B7B4C1DC-C288-83AA-69EB-CCF4A13BEBE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0" creationId="{8F7A25C5-5FBE-A209-CE38-19B87B937D9B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1" creationId="{E5E29D82-30E0-7019-0499-3DD0D187AA8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4" creationId="{E0C762B9-3F09-B141-2486-7432EDC705DE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6" creationId="{018CBFDD-07AE-73D7-52F2-5C74F4052A4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7" creationId="{4F087137-DEAC-5933-52FB-8312AEAF3836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88" creationId="{6859BB16-D20F-D22D-0DC0-5CA6A9F551DF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0" creationId="{5F0CDFB6-F7D0-CED4-4DB2-B400983C9159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2" creationId="{8E7CA37E-4220-6005-6029-C733D1D236B8}"/>
          </ac:spMkLst>
        </pc:spChg>
        <pc:spChg chg="mod">
          <ac:chgData name="Ninoska Elizabeth SanMartin Bello" userId="02ab975b-960e-42bb-837d-f7df9595029a" providerId="ADAL" clId="{189961E0-6D24-43AC-8384-5AF5B7BC5063}" dt="2026-06-18T23:04:22.778" v="214"/>
          <ac:spMkLst>
            <pc:docMk/>
            <pc:sldMk cId="1676416835" sldId="265"/>
            <ac:spMk id="93" creationId="{08C98D6A-80FA-1342-6343-8C0B1D79D450}"/>
          </ac:spMkLst>
        </pc:spChg>
        <pc:grpChg chg="del">
          <ac:chgData name="Ninoska Elizabeth SanMartin Bello" userId="02ab975b-960e-42bb-837d-f7df9595029a" providerId="ADAL" clId="{189961E0-6D24-43AC-8384-5AF5B7BC5063}" dt="2026-06-18T22:54:52.061" v="171" actId="478"/>
          <ac:grpSpMkLst>
            <pc:docMk/>
            <pc:sldMk cId="1676416835" sldId="265"/>
            <ac:grpSpMk id="37" creationId="{F27ECFEA-8947-2C37-3D5A-22942A493C18}"/>
          </ac:grpSpMkLst>
        </pc:grpChg>
        <pc:graphicFrameChg chg="add del mod modGraphic">
          <ac:chgData name="Ninoska Elizabeth SanMartin Bello" userId="02ab975b-960e-42bb-837d-f7df9595029a" providerId="ADAL" clId="{189961E0-6D24-43AC-8384-5AF5B7BC5063}" dt="2026-06-18T22:44:55.693" v="168" actId="478"/>
          <ac:graphicFrameMkLst>
            <pc:docMk/>
            <pc:sldMk cId="1676416835" sldId="265"/>
            <ac:graphicFrameMk id="3" creationId="{3C9AE43D-536C-80CD-2C6C-9E1D5E5BF389}"/>
          </ac:graphicFrameMkLst>
        </pc:graphicFrameChg>
        <pc:graphicFrameChg chg="add del mod modGraphic">
          <ac:chgData name="Ninoska Elizabeth SanMartin Bello" userId="02ab975b-960e-42bb-837d-f7df9595029a" providerId="ADAL" clId="{189961E0-6D24-43AC-8384-5AF5B7BC5063}" dt="2026-06-18T23:04:21.472" v="213" actId="478"/>
          <ac:graphicFrameMkLst>
            <pc:docMk/>
            <pc:sldMk cId="1676416835" sldId="265"/>
            <ac:graphicFrameMk id="64" creationId="{038B6051-D205-1D86-38DF-1E3E2624EB3E}"/>
          </ac:graphicFrameMkLst>
        </pc:graphicFrameChg>
      </pc:sldChg>
      <pc:sldChg chg="delSp modSp mod">
        <pc:chgData name="Ninoska Elizabeth SanMartin Bello" userId="02ab975b-960e-42bb-837d-f7df9595029a" providerId="ADAL" clId="{189961E0-6D24-43AC-8384-5AF5B7BC5063}" dt="2026-06-18T22:55:58.417" v="176" actId="20577"/>
        <pc:sldMkLst>
          <pc:docMk/>
          <pc:sldMk cId="1264549802" sldId="271"/>
        </pc:sldMkLst>
        <pc:spChg chg="mod">
          <ac:chgData name="Ninoska Elizabeth SanMartin Bello" userId="02ab975b-960e-42bb-837d-f7df9595029a" providerId="ADAL" clId="{189961E0-6D24-43AC-8384-5AF5B7BC5063}" dt="2026-06-18T22:42:20.293" v="27" actId="20577"/>
          <ac:spMkLst>
            <pc:docMk/>
            <pc:sldMk cId="1264549802" sldId="271"/>
            <ac:spMk id="4" creationId="{EF875DB9-48B1-43E4-A6D5-A99CCF275ADF}"/>
          </ac:spMkLst>
        </pc:spChg>
        <pc:spChg chg="mod">
          <ac:chgData name="Ninoska Elizabeth SanMartin Bello" userId="02ab975b-960e-42bb-837d-f7df9595029a" providerId="ADAL" clId="{189961E0-6D24-43AC-8384-5AF5B7BC5063}" dt="2026-06-18T22:55:58.417" v="176" actId="20577"/>
          <ac:spMkLst>
            <pc:docMk/>
            <pc:sldMk cId="1264549802" sldId="271"/>
            <ac:spMk id="19" creationId="{89E1D5BA-4BF5-29C8-77E9-9E6E9999A07F}"/>
          </ac:spMkLst>
        </pc:spChg>
        <pc:spChg chg="mod">
          <ac:chgData name="Ninoska Elizabeth SanMartin Bello" userId="02ab975b-960e-42bb-837d-f7df9595029a" providerId="ADAL" clId="{189961E0-6D24-43AC-8384-5AF5B7BC5063}" dt="2026-06-18T22:44:36.267" v="167" actId="20577"/>
          <ac:spMkLst>
            <pc:docMk/>
            <pc:sldMk cId="1264549802" sldId="271"/>
            <ac:spMk id="23" creationId="{691CD241-08FF-0A34-CB17-D84046557DA0}"/>
          </ac:spMkLst>
        </pc:spChg>
        <pc:spChg chg="mod">
          <ac:chgData name="Ninoska Elizabeth SanMartin Bello" userId="02ab975b-960e-42bb-837d-f7df9595029a" providerId="ADAL" clId="{189961E0-6D24-43AC-8384-5AF5B7BC5063}" dt="2026-06-18T22:44:19.028" v="96" actId="20577"/>
          <ac:spMkLst>
            <pc:docMk/>
            <pc:sldMk cId="1264549802" sldId="271"/>
            <ac:spMk id="26" creationId="{784CF006-8653-976A-20BC-D62222C4E5C3}"/>
          </ac:spMkLst>
        </pc:spChg>
        <pc:spChg chg="mod">
          <ac:chgData name="Ninoska Elizabeth SanMartin Bello" userId="02ab975b-960e-42bb-837d-f7df9595029a" providerId="ADAL" clId="{189961E0-6D24-43AC-8384-5AF5B7BC5063}" dt="2026-06-18T22:44:16.600" v="95" actId="20577"/>
          <ac:spMkLst>
            <pc:docMk/>
            <pc:sldMk cId="1264549802" sldId="271"/>
            <ac:spMk id="29" creationId="{566DA1F0-70DE-8BAD-828B-682B668A7FB3}"/>
          </ac:spMkLst>
        </pc:spChg>
        <pc:spChg chg="mod">
          <ac:chgData name="Ninoska Elizabeth SanMartin Bello" userId="02ab975b-960e-42bb-837d-f7df9595029a" providerId="ADAL" clId="{189961E0-6D24-43AC-8384-5AF5B7BC5063}" dt="2026-06-18T22:44:12.663" v="94" actId="20577"/>
          <ac:spMkLst>
            <pc:docMk/>
            <pc:sldMk cId="1264549802" sldId="271"/>
            <ac:spMk id="32" creationId="{5D824A52-BC1B-9503-4958-AE4991933AFC}"/>
          </ac:spMkLst>
        </pc:spChg>
        <pc:picChg chg="del">
          <ac:chgData name="Ninoska Elizabeth SanMartin Bello" userId="02ab975b-960e-42bb-837d-f7df9595029a" providerId="ADAL" clId="{189961E0-6D24-43AC-8384-5AF5B7BC5063}" dt="2026-06-18T22:42:11.908" v="3" actId="478"/>
          <ac:picMkLst>
            <pc:docMk/>
            <pc:sldMk cId="1264549802" sldId="271"/>
            <ac:picMk id="5" creationId="{05CC37BA-B49F-3A77-F2D4-C437EC7452AA}"/>
          </ac:picMkLst>
        </pc:picChg>
        <pc:picChg chg="del">
          <ac:chgData name="Ninoska Elizabeth SanMartin Bello" userId="02ab975b-960e-42bb-837d-f7df9595029a" providerId="ADAL" clId="{189961E0-6D24-43AC-8384-5AF5B7BC5063}" dt="2026-06-18T22:42:13.511" v="4" actId="478"/>
          <ac:picMkLst>
            <pc:docMk/>
            <pc:sldMk cId="1264549802" sldId="271"/>
            <ac:picMk id="35" creationId="{2838FEC9-A769-7565-9D08-94647104C6A2}"/>
          </ac:picMkLst>
        </pc:picChg>
        <pc:picChg chg="del">
          <ac:chgData name="Ninoska Elizabeth SanMartin Bello" userId="02ab975b-960e-42bb-837d-f7df9595029a" providerId="ADAL" clId="{189961E0-6D24-43AC-8384-5AF5B7BC5063}" dt="2026-06-18T22:42:15.152" v="5" actId="478"/>
          <ac:picMkLst>
            <pc:docMk/>
            <pc:sldMk cId="1264549802" sldId="271"/>
            <ac:picMk id="37" creationId="{973EE529-6042-0175-6B6D-B431DC823B58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0:32.341" v="187" actId="14100"/>
        <pc:sldMkLst>
          <pc:docMk/>
          <pc:sldMk cId="3597385338" sldId="272"/>
        </pc:sldMkLst>
        <pc:spChg chg="del mod">
          <ac:chgData name="Ninoska Elizabeth SanMartin Bello" userId="02ab975b-960e-42bb-837d-f7df9595029a" providerId="ADAL" clId="{189961E0-6D24-43AC-8384-5AF5B7BC5063}" dt="2026-06-18T22:42:47.502" v="79"/>
          <ac:spMkLst>
            <pc:docMk/>
            <pc:sldMk cId="3597385338" sldId="272"/>
            <ac:spMk id="4" creationId="{885154EC-7D69-7FAC-09BA-2A8C8FC1299E}"/>
          </ac:spMkLst>
        </pc:spChg>
        <pc:grpChg chg="del">
          <ac:chgData name="Ninoska Elizabeth SanMartin Bello" userId="02ab975b-960e-42bb-837d-f7df9595029a" providerId="ADAL" clId="{189961E0-6D24-43AC-8384-5AF5B7BC5063}" dt="2026-06-18T22:42:47.502" v="77" actId="478"/>
          <ac:grpSpMkLst>
            <pc:docMk/>
            <pc:sldMk cId="3597385338" sldId="272"/>
            <ac:grpSpMk id="2" creationId="{E3F8CFEB-AD9D-BD05-72F2-9943853E7BA4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0:32.341" v="187" actId="14100"/>
          <ac:graphicFrameMkLst>
            <pc:docMk/>
            <pc:sldMk cId="3597385338" sldId="272"/>
            <ac:graphicFrameMk id="3" creationId="{2755DD16-0B40-A669-1C07-2E71F85D8489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38.305" v="53" actId="478"/>
          <ac:picMkLst>
            <pc:docMk/>
            <pc:sldMk cId="3597385338" sldId="272"/>
            <ac:picMk id="5" creationId="{2C7D0B68-E411-4B2C-FEC1-96B2FF126A57}"/>
          </ac:picMkLst>
        </pc:picChg>
        <pc:picChg chg="del">
          <ac:chgData name="Ninoska Elizabeth SanMartin Bello" userId="02ab975b-960e-42bb-837d-f7df9595029a" providerId="ADAL" clId="{189961E0-6D24-43AC-8384-5AF5B7BC5063}" dt="2026-06-18T22:42:39.697" v="54" actId="478"/>
          <ac:picMkLst>
            <pc:docMk/>
            <pc:sldMk cId="3597385338" sldId="272"/>
            <ac:picMk id="39" creationId="{C05788DC-A39A-A820-FB11-602E32A247F2}"/>
          </ac:picMkLst>
        </pc:picChg>
      </pc:sldChg>
      <pc:sldChg chg="addSp delSp modSp mod">
        <pc:chgData name="Ninoska Elizabeth SanMartin Bello" userId="02ab975b-960e-42bb-837d-f7df9595029a" providerId="ADAL" clId="{189961E0-6D24-43AC-8384-5AF5B7BC5063}" dt="2026-06-18T23:05:47.442" v="218" actId="14100"/>
        <pc:sldMkLst>
          <pc:docMk/>
          <pc:sldMk cId="1468777923" sldId="273"/>
        </pc:sldMkLst>
        <pc:spChg chg="mod">
          <ac:chgData name="Ninoska Elizabeth SanMartin Bello" userId="02ab975b-960e-42bb-837d-f7df9595029a" providerId="ADAL" clId="{189961E0-6D24-43AC-8384-5AF5B7BC5063}" dt="2026-06-18T22:42:32.801" v="52" actId="20577"/>
          <ac:spMkLst>
            <pc:docMk/>
            <pc:sldMk cId="1468777923" sldId="273"/>
            <ac:spMk id="4" creationId="{80E77FC5-8D75-D7F7-409E-3A493D6D0C3A}"/>
          </ac:spMkLst>
        </pc:spChg>
        <pc:grpChg chg="del">
          <ac:chgData name="Ninoska Elizabeth SanMartin Bello" userId="02ab975b-960e-42bb-837d-f7df9595029a" providerId="ADAL" clId="{189961E0-6D24-43AC-8384-5AF5B7BC5063}" dt="2026-06-18T22:43:56.326" v="86" actId="478"/>
          <ac:grpSpMkLst>
            <pc:docMk/>
            <pc:sldMk cId="1468777923" sldId="273"/>
            <ac:grpSpMk id="2" creationId="{BD7124A4-5302-C1BE-19B6-39954D5DB06E}"/>
          </ac:grpSpMkLst>
        </pc:grpChg>
        <pc:graphicFrameChg chg="add mod modGraphic">
          <ac:chgData name="Ninoska Elizabeth SanMartin Bello" userId="02ab975b-960e-42bb-837d-f7df9595029a" providerId="ADAL" clId="{189961E0-6D24-43AC-8384-5AF5B7BC5063}" dt="2026-06-18T23:05:47.442" v="218" actId="14100"/>
          <ac:graphicFrameMkLst>
            <pc:docMk/>
            <pc:sldMk cId="1468777923" sldId="273"/>
            <ac:graphicFrameMk id="3" creationId="{6E53D25C-12A8-74E7-5DF3-B8E2EE4BCECB}"/>
          </ac:graphicFrameMkLst>
        </pc:graphicFrameChg>
        <pc:picChg chg="del">
          <ac:chgData name="Ninoska Elizabeth SanMartin Bello" userId="02ab975b-960e-42bb-837d-f7df9595029a" providerId="ADAL" clId="{189961E0-6D24-43AC-8384-5AF5B7BC5063}" dt="2026-06-18T22:42:24.653" v="28" actId="478"/>
          <ac:picMkLst>
            <pc:docMk/>
            <pc:sldMk cId="1468777923" sldId="273"/>
            <ac:picMk id="34" creationId="{DDF4B9BE-BC1F-9C08-8AA1-1FDB17CEE50E}"/>
          </ac:picMkLst>
        </pc:picChg>
        <pc:picChg chg="del">
          <ac:chgData name="Ninoska Elizabeth SanMartin Bello" userId="02ab975b-960e-42bb-837d-f7df9595029a" providerId="ADAL" clId="{189961E0-6D24-43AC-8384-5AF5B7BC5063}" dt="2026-06-18T22:42:26.295" v="29" actId="478"/>
          <ac:picMkLst>
            <pc:docMk/>
            <pc:sldMk cId="1468777923" sldId="273"/>
            <ac:picMk id="38" creationId="{53670DED-6083-B4D0-8DD7-7DBE0E58DA1E}"/>
          </ac:picMkLst>
        </pc:picChg>
        <pc:picChg chg="del">
          <ac:chgData name="Ninoska Elizabeth SanMartin Bello" userId="02ab975b-960e-42bb-837d-f7df9595029a" providerId="ADAL" clId="{189961E0-6D24-43AC-8384-5AF5B7BC5063}" dt="2026-06-18T22:42:27.798" v="30" actId="478"/>
          <ac:picMkLst>
            <pc:docMk/>
            <pc:sldMk cId="1468777923" sldId="273"/>
            <ac:picMk id="40" creationId="{81B26806-1B6F-E14C-7643-F2884FED4C7B}"/>
          </ac:picMkLst>
        </pc:picChg>
      </pc:sldChg>
      <pc:sldChg chg="addSp modSp add mod">
        <pc:chgData name="Ninoska Elizabeth SanMartin Bello" userId="02ab975b-960e-42bb-837d-f7df9595029a" providerId="ADAL" clId="{189961E0-6D24-43AC-8384-5AF5B7BC5063}" dt="2026-06-18T23:06:44.717" v="223" actId="14100"/>
        <pc:sldMkLst>
          <pc:docMk/>
          <pc:sldMk cId="1015754852" sldId="274"/>
        </pc:sldMkLst>
        <pc:graphicFrameChg chg="add mod modGraphic">
          <ac:chgData name="Ninoska Elizabeth SanMartin Bello" userId="02ab975b-960e-42bb-837d-f7df9595029a" providerId="ADAL" clId="{189961E0-6D24-43AC-8384-5AF5B7BC5063}" dt="2026-06-18T23:06:44.717" v="223" actId="14100"/>
          <ac:graphicFrameMkLst>
            <pc:docMk/>
            <pc:sldMk cId="1015754852" sldId="274"/>
            <ac:graphicFrameMk id="2" creationId="{A539039C-7195-5312-0387-5EF29588ABA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296C32-545D-0DAC-D26D-4FCACC830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CC5C26-7E13-E3E3-9E72-3767F9B17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F07C5-237C-2D6E-A5FF-07F6500D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2B88AB-9236-1708-74AA-ABFADA2C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FA0E5-7A23-FE03-F2A8-34A9A783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4704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98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CE863-D494-3872-0C30-8177721D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F20B59-4476-9C42-3792-893D32F12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77377C-375E-074C-BCBE-CB71FB0A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4D90D-E80E-B43F-8F72-1FEC0B88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36CF15-9A72-D4ED-1D9E-4215BEF4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663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8E63A-B2F7-10C5-7B4E-405F0D3D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D4C9C6-8510-CFCF-F743-6FE4D96C3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6DD23A-DB09-A9D3-C243-5B82D178E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927A14-1F7B-9CF2-A9D1-9D73F7B9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6FABC3-0215-2F43-3072-46A55D74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CADD56-622A-F1F0-EAFD-1556D7B24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85873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67D69-2E25-B3EA-F4D4-DAE95582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BD53B9-C37C-21D7-F2DA-C3B33189A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7AE56D-15DF-753A-B77C-FE8C97A49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DCA66A-ABF4-4751-6A42-7D94BB896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D42D340-2709-2ADE-8665-B53F1E16F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E1B179-9A97-A3C4-8FF3-9FA181D3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3E1C1A-00F6-3F53-3310-6AC0A26A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DE4905-8687-D12B-DD41-1DA64694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314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3D5D8-710F-70EE-E0EA-242ADDAC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D2B05A-BA44-C93E-D5B4-A633D351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F23F8-6548-A72D-6EED-AFD82354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FE9C19-BB62-94F3-5CD7-2A36DC22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990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D12E26-8756-0CC6-3524-78AA8173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25974B-6239-A4E5-E88C-F4D7B6EC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2F5CF-A44B-E21E-504B-86992C9A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235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208A0-026D-84B4-D367-C93BEB7A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6D796-EF9F-F478-6000-CD3E9F527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139D7E-C6F1-10B9-8D86-701502706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A6B65-B5A8-80E0-9F89-8FF250B8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8D5FC2-C2ED-3607-A97F-B0B056B5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9AA9FC-3B96-28D0-8809-DE233272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4004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62969-DCFE-84AB-8F04-A6535EB41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50A9DA-7A5D-4A51-4A23-DF67AE74CC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0AF194-363B-A9BA-7A3C-662A6A8B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89BA62-8AC6-852F-BF01-310F275F3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9024F1-70CF-0A6E-2E40-2E3C3CCFD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436F76-D6D7-49ED-5C4C-0D220B77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0031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DE664-CAAB-26A5-B3FD-6F85D73C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91E6F0-DDE0-E6B0-3930-3FE43128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47B52E-75F2-EB7B-318B-D61C16B6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4DB1D8-E07F-67CD-26AE-8BF05D46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132B0A-7751-5386-2830-D5FB9102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3031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7B01C8-8940-4D08-E406-0D7614D7B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A77D2D-BAD9-FA6D-D81C-7536C5B5B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08741-B336-4A6E-53E8-0745B6AB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8B904-CF05-BECF-7114-393C7A2A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B7A8B-7DA6-0AAC-96B9-49AB7607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303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EC0309-A811-938D-A71B-26E077F1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A68385-A227-A388-1040-53C21CE1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56FD99-AB68-4B26-0368-E672797AA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A541F-D289-455E-8D71-1F24AAE12B38}" type="datetimeFigureOut">
              <a:rPr lang="es-EC" smtClean="0"/>
              <a:t>29/6/2026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E58E6-60A2-3823-0A14-F1A8FE8EC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31EF1F-5251-CD3F-467C-072680686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2C59-E4F2-4E93-B98F-53BDBC41A99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5961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2715FDBB-7B87-23CB-C67F-7AC047E5E0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5538" y="2703969"/>
            <a:ext cx="4120924" cy="145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4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áfico logo">
            <a:extLst/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5538" y="2703969"/>
            <a:ext cx="4120924" cy="1450061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D273B63C-2EE8-52D8-F4CD-DBD3FB38A2F5}"/>
              </a:ext>
            </a:extLst>
          </p:cNvPr>
          <p:cNvSpPr txBox="1">
            <a:spLocks/>
          </p:cNvSpPr>
          <p:nvPr/>
        </p:nvSpPr>
        <p:spPr>
          <a:xfrm>
            <a:off x="4035538" y="4350283"/>
            <a:ext cx="4120924" cy="737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CAPACITACIONES</a:t>
            </a:r>
          </a:p>
          <a:p>
            <a:pPr marL="0" indent="0" algn="ctr">
              <a:buNone/>
            </a:pPr>
            <a:r>
              <a:rPr lang="es-PE" sz="1800" b="1" dirty="0">
                <a:solidFill>
                  <a:srgbClr val="164194"/>
                </a:solidFill>
                <a:latin typeface="Segoe UI Variable Display Light" pitchFamily="2" charset="0"/>
                <a:ea typeface="BatangChe" panose="02030609000101010101" pitchFamily="49" charset="-127"/>
                <a:cs typeface="Times New Roman" panose="02020603050405020304" pitchFamily="18" charset="0"/>
              </a:rPr>
              <a:t> JUNIO 2026</a:t>
            </a: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s-PE" sz="1800" b="1" dirty="0">
              <a:solidFill>
                <a:srgbClr val="164194"/>
              </a:solidFill>
              <a:latin typeface="Segoe UI Variable Display Light" pitchFamily="2" charset="0"/>
              <a:ea typeface="BatangChe" panose="02030609000101010101" pitchFamily="49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63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F2B51-C5C9-A5F6-9B22-ADA5A7B5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375D9BAD-F0AB-9DAC-22D1-8809CF524E3E}"/>
              </a:ext>
            </a:extLst>
          </p:cNvPr>
          <p:cNvSpPr/>
          <p:nvPr/>
        </p:nvSpPr>
        <p:spPr>
          <a:xfrm>
            <a:off x="569167" y="1045029"/>
            <a:ext cx="1810139" cy="5570053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7EDA5EF-ADE6-FF99-6299-D79A963D166F}"/>
              </a:ext>
            </a:extLst>
          </p:cNvPr>
          <p:cNvSpPr txBox="1"/>
          <p:nvPr/>
        </p:nvSpPr>
        <p:spPr>
          <a:xfrm>
            <a:off x="499218" y="242918"/>
            <a:ext cx="922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ESTADISTICAS CAPACITACIONES</a:t>
            </a:r>
            <a:endParaRPr lang="es-EC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85C51A6-A419-0150-0586-C86D11FA8A40}"/>
              </a:ext>
            </a:extLst>
          </p:cNvPr>
          <p:cNvSpPr txBox="1"/>
          <p:nvPr/>
        </p:nvSpPr>
        <p:spPr>
          <a:xfrm>
            <a:off x="573075" y="2696544"/>
            <a:ext cx="18101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CRISTIAN CALDERON</a:t>
            </a:r>
            <a:endParaRPr lang="es-EC" sz="16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640F8E1-F896-D4DF-1F3E-A291E8E7C009}"/>
              </a:ext>
            </a:extLst>
          </p:cNvPr>
          <p:cNvSpPr txBox="1"/>
          <p:nvPr/>
        </p:nvSpPr>
        <p:spPr>
          <a:xfrm>
            <a:off x="573075" y="3219764"/>
            <a:ext cx="1810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ccalderon@xplora.net</a:t>
            </a:r>
            <a:endParaRPr lang="es-EC" sz="9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CD2644F0-7481-80F8-E9F6-BEE46224A3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6593" b="39729"/>
          <a:stretch>
            <a:fillRect/>
          </a:stretch>
        </p:blipFill>
        <p:spPr>
          <a:xfrm>
            <a:off x="642487" y="1082957"/>
            <a:ext cx="1660474" cy="1598921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64EC0F62-7197-6A21-BE2B-2F6CB88AF92A}"/>
              </a:ext>
            </a:extLst>
          </p:cNvPr>
          <p:cNvSpPr txBox="1"/>
          <p:nvPr/>
        </p:nvSpPr>
        <p:spPr>
          <a:xfrm>
            <a:off x="573075" y="3577936"/>
            <a:ext cx="1810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IDC - UNIVERSITARIA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F570225-5DEE-78FA-5EB5-BEFB095F4346}"/>
              </a:ext>
            </a:extLst>
          </p:cNvPr>
          <p:cNvSpPr txBox="1"/>
          <p:nvPr/>
        </p:nvSpPr>
        <p:spPr>
          <a:xfrm>
            <a:off x="573075" y="5551361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CAPACITACION L4360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AD350E1-4F5A-F49D-6286-0486219E3665}"/>
              </a:ext>
            </a:extLst>
          </p:cNvPr>
          <p:cNvSpPr txBox="1"/>
          <p:nvPr/>
        </p:nvSpPr>
        <p:spPr>
          <a:xfrm>
            <a:off x="573075" y="5987715"/>
            <a:ext cx="18101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19 – JUNIO – 2026</a:t>
            </a:r>
          </a:p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10:00 – 16:00</a:t>
            </a:r>
            <a:endParaRPr lang="es-EC" sz="1100" dirty="0">
              <a:solidFill>
                <a:schemeClr val="bg1"/>
              </a:solidFill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D3090D2-97C2-BB95-F4D8-C118D75FADBF}"/>
              </a:ext>
            </a:extLst>
          </p:cNvPr>
          <p:cNvSpPr txBox="1"/>
          <p:nvPr/>
        </p:nvSpPr>
        <p:spPr>
          <a:xfrm>
            <a:off x="573075" y="3796947"/>
            <a:ext cx="18101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bg1"/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QUITO - ECUADOR</a:t>
            </a:r>
          </a:p>
        </p:txBody>
      </p:sp>
      <p:pic>
        <p:nvPicPr>
          <p:cNvPr id="153" name="Gráfico 152">
            <a:extLst>
              <a:ext uri="{FF2B5EF4-FFF2-40B4-BE49-F238E27FC236}">
                <a16:creationId xmlns:a16="http://schemas.microsoft.com/office/drawing/2014/main" id="{DE471F08-96CB-1B6A-D94E-2D7A321DB6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8686" y="2797921"/>
            <a:ext cx="3723845" cy="2374477"/>
          </a:xfrm>
          <a:prstGeom prst="rect">
            <a:avLst/>
          </a:prstGeom>
        </p:spPr>
      </p:pic>
      <p:sp>
        <p:nvSpPr>
          <p:cNvPr id="156" name="Rectángulo 155">
            <a:extLst>
              <a:ext uri="{FF2B5EF4-FFF2-40B4-BE49-F238E27FC236}">
                <a16:creationId xmlns:a16="http://schemas.microsoft.com/office/drawing/2014/main" id="{DA3D3BBA-1C2E-D645-F431-ED97681863D0}"/>
              </a:ext>
            </a:extLst>
          </p:cNvPr>
          <p:cNvSpPr/>
          <p:nvPr/>
        </p:nvSpPr>
        <p:spPr>
          <a:xfrm rot="16200000">
            <a:off x="2879637" y="3317378"/>
            <a:ext cx="1349034" cy="13401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518D2F70-2A96-B6A6-D1B5-C13564AFE343}"/>
              </a:ext>
            </a:extLst>
          </p:cNvPr>
          <p:cNvCxnSpPr>
            <a:cxnSpLocks/>
          </p:cNvCxnSpPr>
          <p:nvPr/>
        </p:nvCxnSpPr>
        <p:spPr>
          <a:xfrm>
            <a:off x="2716734" y="4661984"/>
            <a:ext cx="34910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ángulo 158">
            <a:extLst>
              <a:ext uri="{FF2B5EF4-FFF2-40B4-BE49-F238E27FC236}">
                <a16:creationId xmlns:a16="http://schemas.microsoft.com/office/drawing/2014/main" id="{28D62058-96EC-A831-56B4-3E2BDDB6761D}"/>
              </a:ext>
            </a:extLst>
          </p:cNvPr>
          <p:cNvSpPr/>
          <p:nvPr/>
        </p:nvSpPr>
        <p:spPr>
          <a:xfrm rot="16200000">
            <a:off x="5117405" y="3750253"/>
            <a:ext cx="498009" cy="13401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99429D5A-BEBC-639A-24A4-A4F43259AE4B}"/>
              </a:ext>
            </a:extLst>
          </p:cNvPr>
          <p:cNvSpPr txBox="1"/>
          <p:nvPr/>
        </p:nvSpPr>
        <p:spPr>
          <a:xfrm>
            <a:off x="2871272" y="4703899"/>
            <a:ext cx="13056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ASISTENTES</a:t>
            </a:r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03988367-670C-65C6-A3AF-42048A326E3F}"/>
              </a:ext>
            </a:extLst>
          </p:cNvPr>
          <p:cNvSpPr txBox="1"/>
          <p:nvPr/>
        </p:nvSpPr>
        <p:spPr>
          <a:xfrm>
            <a:off x="4858741" y="4703899"/>
            <a:ext cx="10473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INTERACCIONES</a:t>
            </a:r>
          </a:p>
        </p:txBody>
      </p: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28621B32-217B-50C3-03C7-E0D481BA2BD6}"/>
              </a:ext>
            </a:extLst>
          </p:cNvPr>
          <p:cNvSpPr txBox="1"/>
          <p:nvPr/>
        </p:nvSpPr>
        <p:spPr>
          <a:xfrm>
            <a:off x="3249928" y="3108643"/>
            <a:ext cx="604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50</a:t>
            </a:r>
          </a:p>
        </p:txBody>
      </p: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D60386A8-36A0-96F0-58D0-022C922FA50B}"/>
              </a:ext>
            </a:extLst>
          </p:cNvPr>
          <p:cNvSpPr txBox="1"/>
          <p:nvPr/>
        </p:nvSpPr>
        <p:spPr>
          <a:xfrm>
            <a:off x="5064236" y="3947230"/>
            <a:ext cx="604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30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416CF537-D0C4-5C13-8269-382D52FA3C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8686" y="1042469"/>
            <a:ext cx="3723845" cy="16540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C4D1C78-DEAA-2959-5AEA-0693D4188D92}"/>
              </a:ext>
            </a:extLst>
          </p:cNvPr>
          <p:cNvSpPr txBox="1"/>
          <p:nvPr/>
        </p:nvSpPr>
        <p:spPr>
          <a:xfrm>
            <a:off x="2778527" y="1594025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VENDEDORES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F56073F-E0FF-4F5A-1CAD-212395D46EF4}"/>
              </a:ext>
            </a:extLst>
          </p:cNvPr>
          <p:cNvGrpSpPr/>
          <p:nvPr/>
        </p:nvGrpSpPr>
        <p:grpSpPr>
          <a:xfrm>
            <a:off x="3779009" y="1592870"/>
            <a:ext cx="2431998" cy="207268"/>
            <a:chOff x="6501235" y="2831998"/>
            <a:chExt cx="2431998" cy="207268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18579586-1905-D751-AAC5-D644E9D136AF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D020C83-EB58-F2AD-3B36-9B7DBD2522C2}"/>
                </a:ext>
              </a:extLst>
            </p:cNvPr>
            <p:cNvSpPr/>
            <p:nvPr/>
          </p:nvSpPr>
          <p:spPr>
            <a:xfrm>
              <a:off x="6501235" y="2836928"/>
              <a:ext cx="2182820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DB114163-B294-4ACB-837A-098A91FE49EB}"/>
              </a:ext>
            </a:extLst>
          </p:cNvPr>
          <p:cNvSpPr txBox="1"/>
          <p:nvPr/>
        </p:nvSpPr>
        <p:spPr>
          <a:xfrm>
            <a:off x="2778527" y="1885222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JEFE DE TIENDA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1847D26-DBF4-6B3F-BDE0-9A8D39AA6348}"/>
              </a:ext>
            </a:extLst>
          </p:cNvPr>
          <p:cNvSpPr txBox="1"/>
          <p:nvPr/>
        </p:nvSpPr>
        <p:spPr>
          <a:xfrm>
            <a:off x="2778527" y="2202397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ASIST. DE TIENDA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504CCFE-0527-11D1-1E2D-8B06777C8045}"/>
              </a:ext>
            </a:extLst>
          </p:cNvPr>
          <p:cNvGrpSpPr/>
          <p:nvPr/>
        </p:nvGrpSpPr>
        <p:grpSpPr>
          <a:xfrm>
            <a:off x="3779009" y="1893752"/>
            <a:ext cx="2431998" cy="207268"/>
            <a:chOff x="6501235" y="2831998"/>
            <a:chExt cx="2431998" cy="207268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960DA044-39F1-ABB5-2B49-1F9E5B6CE6CE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0621028B-49FC-A2F9-0586-7D9DB372FB0E}"/>
                </a:ext>
              </a:extLst>
            </p:cNvPr>
            <p:cNvSpPr/>
            <p:nvPr/>
          </p:nvSpPr>
          <p:spPr>
            <a:xfrm>
              <a:off x="6501236" y="2836928"/>
              <a:ext cx="83431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2B3E747-C9B3-78A6-415F-E8C8E90EFBF2}"/>
              </a:ext>
            </a:extLst>
          </p:cNvPr>
          <p:cNvGrpSpPr/>
          <p:nvPr/>
        </p:nvGrpSpPr>
        <p:grpSpPr>
          <a:xfrm>
            <a:off x="3779009" y="2194634"/>
            <a:ext cx="2431998" cy="207268"/>
            <a:chOff x="6501235" y="2831998"/>
            <a:chExt cx="2431998" cy="207268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2A6981D5-9E1C-15B5-372D-9C02598F7C50}"/>
                </a:ext>
              </a:extLst>
            </p:cNvPr>
            <p:cNvSpPr/>
            <p:nvPr/>
          </p:nvSpPr>
          <p:spPr>
            <a:xfrm>
              <a:off x="6501235" y="2831998"/>
              <a:ext cx="2431998" cy="20726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15A6A909-D08E-F5F5-0A52-B9694088F332}"/>
                </a:ext>
              </a:extLst>
            </p:cNvPr>
            <p:cNvSpPr/>
            <p:nvPr/>
          </p:nvSpPr>
          <p:spPr>
            <a:xfrm>
              <a:off x="6501236" y="2836928"/>
              <a:ext cx="83432" cy="2023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930DE25-DAC9-0869-F19F-9C02A204B9D8}"/>
              </a:ext>
            </a:extLst>
          </p:cNvPr>
          <p:cNvSpPr txBox="1"/>
          <p:nvPr/>
        </p:nvSpPr>
        <p:spPr>
          <a:xfrm>
            <a:off x="5889913" y="1597800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48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1BF7DB8-23C1-1116-6E55-09905AB87079}"/>
              </a:ext>
            </a:extLst>
          </p:cNvPr>
          <p:cNvSpPr txBox="1"/>
          <p:nvPr/>
        </p:nvSpPr>
        <p:spPr>
          <a:xfrm>
            <a:off x="5889913" y="2220881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A5E925F-A332-EF34-A88B-68EAAEEEB340}"/>
              </a:ext>
            </a:extLst>
          </p:cNvPr>
          <p:cNvSpPr txBox="1"/>
          <p:nvPr/>
        </p:nvSpPr>
        <p:spPr>
          <a:xfrm>
            <a:off x="5889913" y="1899460"/>
            <a:ext cx="317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1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9451717-C646-AA66-5BE4-D9CDF45FBC8C}"/>
              </a:ext>
            </a:extLst>
          </p:cNvPr>
          <p:cNvSpPr txBox="1"/>
          <p:nvPr/>
        </p:nvSpPr>
        <p:spPr>
          <a:xfrm>
            <a:off x="2666301" y="1112390"/>
            <a:ext cx="3541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DETALLE ASISTENTES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4D71D8D-1DFE-F241-E458-D5C3F2A40040}"/>
              </a:ext>
            </a:extLst>
          </p:cNvPr>
          <p:cNvSpPr txBox="1"/>
          <p:nvPr/>
        </p:nvSpPr>
        <p:spPr>
          <a:xfrm>
            <a:off x="2709879" y="2858592"/>
            <a:ext cx="3541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DETALLE INTERACCIONES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pic>
        <p:nvPicPr>
          <p:cNvPr id="45" name="Gráfico 44">
            <a:extLst>
              <a:ext uri="{FF2B5EF4-FFF2-40B4-BE49-F238E27FC236}">
                <a16:creationId xmlns:a16="http://schemas.microsoft.com/office/drawing/2014/main" id="{20D92A18-E3E4-38E5-4697-BB26D8B88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18686" y="5273775"/>
            <a:ext cx="3723845" cy="1341307"/>
          </a:xfrm>
          <a:prstGeom prst="rect">
            <a:avLst/>
          </a:prstGeom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689780DD-29CC-63B2-95B5-3CA836D6CD36}"/>
              </a:ext>
            </a:extLst>
          </p:cNvPr>
          <p:cNvSpPr txBox="1"/>
          <p:nvPr/>
        </p:nvSpPr>
        <p:spPr>
          <a:xfrm>
            <a:off x="2709879" y="5334446"/>
            <a:ext cx="35414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sz="1100" b="1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COMENTARIOS</a:t>
            </a:r>
            <a:endParaRPr lang="es-EC" sz="1100" b="1" dirty="0">
              <a:latin typeface="Samsung Sharp Sans" panose="02000503000000020004" pitchFamily="50" charset="0"/>
              <a:ea typeface="Samsung Sharp Sans" panose="02000503000000020004" pitchFamily="50" charset="0"/>
              <a:cs typeface="Samsung Sharp Sans" panose="02000503000000020004" pitchFamily="50" charset="0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507F852B-5E97-75EF-647D-55444A9A813B}"/>
              </a:ext>
            </a:extLst>
          </p:cNvPr>
          <p:cNvSpPr txBox="1"/>
          <p:nvPr/>
        </p:nvSpPr>
        <p:spPr>
          <a:xfrm>
            <a:off x="2716734" y="5656727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1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496A490-F3A3-9A08-6F9F-CBF5A4311205}"/>
              </a:ext>
            </a:extLst>
          </p:cNvPr>
          <p:cNvSpPr txBox="1"/>
          <p:nvPr/>
        </p:nvSpPr>
        <p:spPr>
          <a:xfrm>
            <a:off x="2716734" y="5947924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2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CFEF9F0B-5C2E-63D1-DD4A-CCF61D0D0B33}"/>
              </a:ext>
            </a:extLst>
          </p:cNvPr>
          <p:cNvSpPr txBox="1"/>
          <p:nvPr/>
        </p:nvSpPr>
        <p:spPr>
          <a:xfrm>
            <a:off x="2716734" y="6265099"/>
            <a:ext cx="19810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COMENTARIO RELEVANTE 3</a:t>
            </a:r>
          </a:p>
        </p:txBody>
      </p:sp>
    </p:spTree>
    <p:extLst>
      <p:ext uri="{BB962C8B-B14F-4D97-AF65-F5344CB8AC3E}">
        <p14:creationId xmlns:p14="http://schemas.microsoft.com/office/powerpoint/2010/main" val="63233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39A7E-8074-0451-A8F6-AF591D2BB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0E77FC5-8D75-D7F7-409E-3A493D6D0C3A}"/>
              </a:ext>
            </a:extLst>
          </p:cNvPr>
          <p:cNvSpPr txBox="1"/>
          <p:nvPr/>
        </p:nvSpPr>
        <p:spPr>
          <a:xfrm>
            <a:off x="464625" y="311110"/>
            <a:ext cx="6721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 </a:t>
            </a:r>
            <a:endParaRPr lang="es-EC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608C82B-E070-313B-3A8A-BCFD9F359C11}"/>
              </a:ext>
            </a:extLst>
          </p:cNvPr>
          <p:cNvSpPr txBox="1"/>
          <p:nvPr/>
        </p:nvSpPr>
        <p:spPr>
          <a:xfrm>
            <a:off x="499218" y="242918"/>
            <a:ext cx="9745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C"/>
            </a:defPPr>
            <a:lvl1pPr>
              <a:defRPr sz="3200">
                <a:ln w="3175">
                  <a:solidFill>
                    <a:srgbClr val="3062A9"/>
                  </a:solidFill>
                </a:ln>
                <a:solidFill>
                  <a:srgbClr val="3062A9"/>
                </a:solidFill>
                <a:latin typeface="Segoe UI Variable Display Ligh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s-US" dirty="0"/>
              <a:t>NOMBRE DEL CANAL / O EVENTO DONDE SE CAPACITO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1CC275F-0221-A352-405A-A299D6450FDF}"/>
              </a:ext>
            </a:extLst>
          </p:cNvPr>
          <p:cNvSpPr/>
          <p:nvPr/>
        </p:nvSpPr>
        <p:spPr>
          <a:xfrm>
            <a:off x="251928" y="198148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1 QUE CORRESPONDE AL PROMOTOR JUNTO AL EQUIPO DE EPSON SOBRE EL CUAL VA A CAPACITAR</a:t>
            </a:r>
            <a:endParaRPr lang="es-EC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DD850CF-9474-C36E-6BB1-0D00A1753C40}"/>
              </a:ext>
            </a:extLst>
          </p:cNvPr>
          <p:cNvSpPr/>
          <p:nvPr/>
        </p:nvSpPr>
        <p:spPr>
          <a:xfrm>
            <a:off x="4240215" y="198148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2 QUE CORRESPONDE AL PROMOTOR DANDO LA CAPACITACION</a:t>
            </a:r>
            <a:endParaRPr lang="es-EC" dirty="0"/>
          </a:p>
          <a:p>
            <a:pPr algn="ctr"/>
            <a:endParaRPr lang="es-EC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D7FD16-A459-4327-D46B-4068C485E09B}"/>
              </a:ext>
            </a:extLst>
          </p:cNvPr>
          <p:cNvSpPr/>
          <p:nvPr/>
        </p:nvSpPr>
        <p:spPr>
          <a:xfrm>
            <a:off x="8209841" y="1981480"/>
            <a:ext cx="3767554" cy="37675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DENTRO DE ESTE CUADRADO LA FOTO 3 QUE CORRESPONDE AL PROMOTOR ENTREGANDO BREAKS Y/O PREMIOS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4687779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7" id="{1A24BFC3-9246-43A9-9202-46A3626B0BAA}" vid="{5E73EA85-5525-49DF-8AC0-245BBD36B1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728</TotalTime>
  <Words>121</Words>
  <Application>Microsoft Office PowerPoint</Application>
  <PresentationFormat>Panorámica</PresentationFormat>
  <Paragraphs>31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Samsung Sharp Sans</vt:lpstr>
      <vt:lpstr>Segoe UI Variable Display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 Moreira</dc:creator>
  <cp:lastModifiedBy>Carlos Moreira</cp:lastModifiedBy>
  <cp:revision>30</cp:revision>
  <dcterms:created xsi:type="dcterms:W3CDTF">2023-12-05T22:05:31Z</dcterms:created>
  <dcterms:modified xsi:type="dcterms:W3CDTF">2026-06-29T22:16:53Z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55eccb-a6cb-4371-9596-60001fa51bf2_Enabled">
    <vt:lpwstr>true</vt:lpwstr>
  </property>
  <property fmtid="{D5CDD505-2E9C-101B-9397-08002B2CF9AE}" pid="3" name="MSIP_Label_fe55eccb-a6cb-4371-9596-60001fa51bf2_SetDate">
    <vt:lpwstr>2023-12-04T18:39:19Z</vt:lpwstr>
  </property>
  <property fmtid="{D5CDD505-2E9C-101B-9397-08002B2CF9AE}" pid="4" name="MSIP_Label_fe55eccb-a6cb-4371-9596-60001fa51bf2_Method">
    <vt:lpwstr>Standard</vt:lpwstr>
  </property>
  <property fmtid="{D5CDD505-2E9C-101B-9397-08002B2CF9AE}" pid="5" name="MSIP_Label_fe55eccb-a6cb-4371-9596-60001fa51bf2_Name">
    <vt:lpwstr>defa4170-0d19-0005-0004-bc88714345d2</vt:lpwstr>
  </property>
  <property fmtid="{D5CDD505-2E9C-101B-9397-08002B2CF9AE}" pid="6" name="MSIP_Label_fe55eccb-a6cb-4371-9596-60001fa51bf2_SiteId">
    <vt:lpwstr>67398f92-bb46-4491-88f2-e8edd58401bd</vt:lpwstr>
  </property>
  <property fmtid="{D5CDD505-2E9C-101B-9397-08002B2CF9AE}" pid="7" name="MSIP_Label_fe55eccb-a6cb-4371-9596-60001fa51bf2_ActionId">
    <vt:lpwstr>25c0adb7-8575-4064-ba52-fe28ec81480a</vt:lpwstr>
  </property>
  <property fmtid="{D5CDD505-2E9C-101B-9397-08002B2CF9AE}" pid="8" name="MSIP_Label_fe55eccb-a6cb-4371-9596-60001fa51bf2_ContentBits">
    <vt:lpwstr>0</vt:lpwstr>
  </property>
</Properties>
</file>