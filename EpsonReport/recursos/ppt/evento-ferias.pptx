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5" r:id="rId4"/>
    <p:sldId id="274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EVENTOS O FERIAS" id="{74CA39B5-FC89-4C92-9598-488EEC482022}">
          <p14:sldIdLst>
            <p14:sldId id="28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ráfico logo">
            <a:extLst/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4035538" y="4350283"/>
            <a:ext cx="4120924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EVENTO HOTEL XXXXXXXX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931DD-899A-15E6-6A5B-1648DABD9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78D0E9DA-C0B2-9DD3-0619-1F0532B456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95207" y="1025016"/>
            <a:ext cx="2045931" cy="1381668"/>
          </a:xfrm>
          <a:prstGeom prst="rect">
            <a:avLst/>
          </a:prstGeom>
        </p:spPr>
      </p:pic>
      <p:sp>
        <p:nvSpPr>
          <p:cNvPr id="16" name="Rectángulo 15">
            <a:extLst>
              <a:ext uri="{FF2B5EF4-FFF2-40B4-BE49-F238E27FC236}">
                <a16:creationId xmlns:a16="http://schemas.microsoft.com/office/drawing/2014/main" id="{7E02F62A-5F41-4A38-F95A-C03C9D11906C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A65936-7F49-969B-E00E-31FEC6A327B4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EVENTOS O FERIAS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CAF9FE4-60E2-1D82-5C94-0F643947E0FE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318E74E-26C0-AD1F-F067-0368D2A15D17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76510CA3-6FDE-9A19-97EA-CE64102BC6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757080B2-49DF-2328-7795-C5598FBD48E3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5F50C8F-BAFA-3402-2FDC-6A6B2897EDCD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EVENTOS / FERIAS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CAD399B-9D85-DCAC-C552-09E4D324E72D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039561D-19A6-B86E-F36A-7CA6CDBD89D6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E46EFD70-7378-88C2-B707-22BA90FB3C95}"/>
              </a:ext>
            </a:extLst>
          </p:cNvPr>
          <p:cNvSpPr txBox="1"/>
          <p:nvPr/>
        </p:nvSpPr>
        <p:spPr>
          <a:xfrm>
            <a:off x="2595207" y="1114265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882D35D-D4D4-6378-F75C-604F13A869ED}"/>
              </a:ext>
            </a:extLst>
          </p:cNvPr>
          <p:cNvSpPr txBox="1"/>
          <p:nvPr/>
        </p:nvSpPr>
        <p:spPr>
          <a:xfrm>
            <a:off x="3297214" y="1550229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30 %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97E4E124-0D96-63AA-7BD8-9382CABEC911}"/>
              </a:ext>
            </a:extLst>
          </p:cNvPr>
          <p:cNvSpPr txBox="1"/>
          <p:nvPr/>
        </p:nvSpPr>
        <p:spPr>
          <a:xfrm>
            <a:off x="2660129" y="2032375"/>
            <a:ext cx="19810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 CLIENTES FUERON AL EVENTO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CLIENTES INTERACTUARON</a:t>
            </a:r>
          </a:p>
        </p:txBody>
      </p:sp>
      <p:pic>
        <p:nvPicPr>
          <p:cNvPr id="99" name="Gráfico 98">
            <a:extLst>
              <a:ext uri="{FF2B5EF4-FFF2-40B4-BE49-F238E27FC236}">
                <a16:creationId xmlns:a16="http://schemas.microsoft.com/office/drawing/2014/main" id="{A5985DB3-E8E2-7338-D875-8C4B3BA4C8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2404" y="1025016"/>
            <a:ext cx="2045931" cy="1381668"/>
          </a:xfrm>
          <a:prstGeom prst="rect">
            <a:avLst/>
          </a:prstGeom>
        </p:spPr>
      </p:pic>
      <p:pic>
        <p:nvPicPr>
          <p:cNvPr id="100" name="Gráfico 99">
            <a:extLst>
              <a:ext uri="{FF2B5EF4-FFF2-40B4-BE49-F238E27FC236}">
                <a16:creationId xmlns:a16="http://schemas.microsoft.com/office/drawing/2014/main" id="{3F254442-5228-73F8-A1EA-58FDEE0511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8938" y="1114265"/>
            <a:ext cx="282931" cy="245207"/>
          </a:xfrm>
          <a:prstGeom prst="rect">
            <a:avLst/>
          </a:prstGeom>
        </p:spPr>
      </p:pic>
      <p:sp>
        <p:nvSpPr>
          <p:cNvPr id="101" name="CuadroTexto 100">
            <a:extLst>
              <a:ext uri="{FF2B5EF4-FFF2-40B4-BE49-F238E27FC236}">
                <a16:creationId xmlns:a16="http://schemas.microsoft.com/office/drawing/2014/main" id="{2E70B24C-3B04-9190-15A2-19F695685C4F}"/>
              </a:ext>
            </a:extLst>
          </p:cNvPr>
          <p:cNvSpPr txBox="1"/>
          <p:nvPr/>
        </p:nvSpPr>
        <p:spPr>
          <a:xfrm>
            <a:off x="4782404" y="1114265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E28D2F4C-D6FB-72A4-0718-B7F0C7AFB13F}"/>
              </a:ext>
            </a:extLst>
          </p:cNvPr>
          <p:cNvSpPr txBox="1"/>
          <p:nvPr/>
        </p:nvSpPr>
        <p:spPr>
          <a:xfrm>
            <a:off x="5484411" y="1550229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67 %</a:t>
            </a: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F69EFAEA-B298-96E7-0273-27E7048EF833}"/>
              </a:ext>
            </a:extLst>
          </p:cNvPr>
          <p:cNvSpPr txBox="1"/>
          <p:nvPr/>
        </p:nvSpPr>
        <p:spPr>
          <a:xfrm>
            <a:off x="4847326" y="203237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 VENTAS EFECTIVAS</a:t>
            </a:r>
          </a:p>
        </p:txBody>
      </p:sp>
      <p:pic>
        <p:nvPicPr>
          <p:cNvPr id="105" name="Gráfico 104">
            <a:extLst>
              <a:ext uri="{FF2B5EF4-FFF2-40B4-BE49-F238E27FC236}">
                <a16:creationId xmlns:a16="http://schemas.microsoft.com/office/drawing/2014/main" id="{296B44D9-FFF2-B980-F34D-C7FEF7972E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89871" y="1108150"/>
            <a:ext cx="230949" cy="263942"/>
          </a:xfrm>
          <a:prstGeom prst="rect">
            <a:avLst/>
          </a:prstGeom>
        </p:spPr>
      </p:pic>
      <p:pic>
        <p:nvPicPr>
          <p:cNvPr id="109" name="Gráfico 108">
            <a:extLst>
              <a:ext uri="{FF2B5EF4-FFF2-40B4-BE49-F238E27FC236}">
                <a16:creationId xmlns:a16="http://schemas.microsoft.com/office/drawing/2014/main" id="{EF879940-86CF-A1C4-BFE3-B1807A93A5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23282" y="2700501"/>
            <a:ext cx="2858230" cy="708625"/>
          </a:xfrm>
          <a:prstGeom prst="rect">
            <a:avLst/>
          </a:prstGeom>
        </p:spPr>
      </p:pic>
      <p:pic>
        <p:nvPicPr>
          <p:cNvPr id="111" name="Gráfico 110">
            <a:extLst>
              <a:ext uri="{FF2B5EF4-FFF2-40B4-BE49-F238E27FC236}">
                <a16:creationId xmlns:a16="http://schemas.microsoft.com/office/drawing/2014/main" id="{54445FB4-9772-2332-0FA6-1573C39372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23281" y="3590880"/>
            <a:ext cx="2858230" cy="708625"/>
          </a:xfrm>
          <a:prstGeom prst="rect">
            <a:avLst/>
          </a:prstGeom>
        </p:spPr>
      </p:pic>
      <p:pic>
        <p:nvPicPr>
          <p:cNvPr id="113" name="Gráfico 112">
            <a:extLst>
              <a:ext uri="{FF2B5EF4-FFF2-40B4-BE49-F238E27FC236}">
                <a16:creationId xmlns:a16="http://schemas.microsoft.com/office/drawing/2014/main" id="{570A875D-07DC-E79D-2033-A53A15B871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29718" y="2569409"/>
            <a:ext cx="3209982" cy="1921530"/>
          </a:xfrm>
          <a:prstGeom prst="rect">
            <a:avLst/>
          </a:prstGeom>
        </p:spPr>
      </p:pic>
      <p:sp>
        <p:nvSpPr>
          <p:cNvPr id="114" name="CuadroTexto 113">
            <a:extLst>
              <a:ext uri="{FF2B5EF4-FFF2-40B4-BE49-F238E27FC236}">
                <a16:creationId xmlns:a16="http://schemas.microsoft.com/office/drawing/2014/main" id="{5ADDE45A-D723-85FA-AC82-52ABA30B6EA1}"/>
              </a:ext>
            </a:extLst>
          </p:cNvPr>
          <p:cNvSpPr txBox="1"/>
          <p:nvPr/>
        </p:nvSpPr>
        <p:spPr>
          <a:xfrm>
            <a:off x="5801647" y="302793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grpSp>
        <p:nvGrpSpPr>
          <p:cNvPr id="129" name="Grupo 128">
            <a:extLst>
              <a:ext uri="{FF2B5EF4-FFF2-40B4-BE49-F238E27FC236}">
                <a16:creationId xmlns:a16="http://schemas.microsoft.com/office/drawing/2014/main" id="{5FE8546E-42E8-C54D-9A8A-CD095DFD109D}"/>
              </a:ext>
            </a:extLst>
          </p:cNvPr>
          <p:cNvGrpSpPr/>
          <p:nvPr/>
        </p:nvGrpSpPr>
        <p:grpSpPr>
          <a:xfrm>
            <a:off x="6415448" y="2943959"/>
            <a:ext cx="2431998" cy="207268"/>
            <a:chOff x="6501235" y="2831998"/>
            <a:chExt cx="2431998" cy="207268"/>
          </a:xfrm>
        </p:grpSpPr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3AFE937C-E2F7-55E8-21C6-778476A96A4B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16" name="Rectángulo 115">
              <a:extLst>
                <a:ext uri="{FF2B5EF4-FFF2-40B4-BE49-F238E27FC236}">
                  <a16:creationId xmlns:a16="http://schemas.microsoft.com/office/drawing/2014/main" id="{5998B034-0652-0D15-9639-CB7D8A8C31B9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31051EC4-C2F9-250E-EDA0-7A26900F4676}"/>
              </a:ext>
            </a:extLst>
          </p:cNvPr>
          <p:cNvSpPr txBox="1"/>
          <p:nvPr/>
        </p:nvSpPr>
        <p:spPr>
          <a:xfrm>
            <a:off x="5801647" y="32911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L4260</a:t>
            </a:r>
          </a:p>
        </p:txBody>
      </p:sp>
      <p:sp>
        <p:nvSpPr>
          <p:cNvPr id="126" name="CuadroTexto 125">
            <a:extLst>
              <a:ext uri="{FF2B5EF4-FFF2-40B4-BE49-F238E27FC236}">
                <a16:creationId xmlns:a16="http://schemas.microsoft.com/office/drawing/2014/main" id="{ACA48344-C40C-7BFB-1C4A-0922A68BDB83}"/>
              </a:ext>
            </a:extLst>
          </p:cNvPr>
          <p:cNvSpPr txBox="1"/>
          <p:nvPr/>
        </p:nvSpPr>
        <p:spPr>
          <a:xfrm>
            <a:off x="5801647" y="354300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L4360</a:t>
            </a: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449392E0-60EE-C557-1085-FA533ABA4ADC}"/>
              </a:ext>
            </a:extLst>
          </p:cNvPr>
          <p:cNvSpPr txBox="1"/>
          <p:nvPr/>
        </p:nvSpPr>
        <p:spPr>
          <a:xfrm>
            <a:off x="5801647" y="384269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28" name="CuadroTexto 127">
            <a:extLst>
              <a:ext uri="{FF2B5EF4-FFF2-40B4-BE49-F238E27FC236}">
                <a16:creationId xmlns:a16="http://schemas.microsoft.com/office/drawing/2014/main" id="{462EE8C2-7086-6308-A343-58E2191ECECC}"/>
              </a:ext>
            </a:extLst>
          </p:cNvPr>
          <p:cNvSpPr txBox="1"/>
          <p:nvPr/>
        </p:nvSpPr>
        <p:spPr>
          <a:xfrm>
            <a:off x="5801647" y="415179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664</a:t>
            </a:r>
          </a:p>
        </p:txBody>
      </p: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BB298334-296F-AFC4-0C76-8E0E4A5683D3}"/>
              </a:ext>
            </a:extLst>
          </p:cNvPr>
          <p:cNvGrpSpPr/>
          <p:nvPr/>
        </p:nvGrpSpPr>
        <p:grpSpPr>
          <a:xfrm>
            <a:off x="6415448" y="3244841"/>
            <a:ext cx="2431998" cy="207268"/>
            <a:chOff x="6501235" y="2831998"/>
            <a:chExt cx="2431998" cy="207268"/>
          </a:xfrm>
        </p:grpSpPr>
        <p:sp>
          <p:nvSpPr>
            <p:cNvPr id="131" name="Rectángulo 130">
              <a:extLst>
                <a:ext uri="{FF2B5EF4-FFF2-40B4-BE49-F238E27FC236}">
                  <a16:creationId xmlns:a16="http://schemas.microsoft.com/office/drawing/2014/main" id="{B58BE4D0-19E4-6793-FDD4-D6F014162D38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2" name="Rectángulo 131">
              <a:extLst>
                <a:ext uri="{FF2B5EF4-FFF2-40B4-BE49-F238E27FC236}">
                  <a16:creationId xmlns:a16="http://schemas.microsoft.com/office/drawing/2014/main" id="{47888F4F-0BE6-6DD7-43DF-842A06B6D9B6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3" name="Grupo 132">
            <a:extLst>
              <a:ext uri="{FF2B5EF4-FFF2-40B4-BE49-F238E27FC236}">
                <a16:creationId xmlns:a16="http://schemas.microsoft.com/office/drawing/2014/main" id="{408349A4-C9CA-78DD-6BBD-4FDE75134338}"/>
              </a:ext>
            </a:extLst>
          </p:cNvPr>
          <p:cNvGrpSpPr/>
          <p:nvPr/>
        </p:nvGrpSpPr>
        <p:grpSpPr>
          <a:xfrm>
            <a:off x="6415448" y="3545723"/>
            <a:ext cx="2431998" cy="207268"/>
            <a:chOff x="6501235" y="2831998"/>
            <a:chExt cx="2431998" cy="207268"/>
          </a:xfrm>
        </p:grpSpPr>
        <p:sp>
          <p:nvSpPr>
            <p:cNvPr id="134" name="Rectángulo 133">
              <a:extLst>
                <a:ext uri="{FF2B5EF4-FFF2-40B4-BE49-F238E27FC236}">
                  <a16:creationId xmlns:a16="http://schemas.microsoft.com/office/drawing/2014/main" id="{7292A7A4-3246-EE22-4F2A-A5DD966177C4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5" name="Rectángulo 134">
              <a:extLst>
                <a:ext uri="{FF2B5EF4-FFF2-40B4-BE49-F238E27FC236}">
                  <a16:creationId xmlns:a16="http://schemas.microsoft.com/office/drawing/2014/main" id="{209FA83D-6FB4-2B14-FFE2-A53A6D12575F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9DFEA8C3-E4EE-157E-172B-E69E7F17F6CC}"/>
              </a:ext>
            </a:extLst>
          </p:cNvPr>
          <p:cNvGrpSpPr/>
          <p:nvPr/>
        </p:nvGrpSpPr>
        <p:grpSpPr>
          <a:xfrm>
            <a:off x="6415448" y="3846605"/>
            <a:ext cx="2431998" cy="207268"/>
            <a:chOff x="6501235" y="2831998"/>
            <a:chExt cx="2431998" cy="207268"/>
          </a:xfrm>
        </p:grpSpPr>
        <p:sp>
          <p:nvSpPr>
            <p:cNvPr id="137" name="Rectángulo 136">
              <a:extLst>
                <a:ext uri="{FF2B5EF4-FFF2-40B4-BE49-F238E27FC236}">
                  <a16:creationId xmlns:a16="http://schemas.microsoft.com/office/drawing/2014/main" id="{3E062224-F276-0DF9-3F2C-D90CB5BCAA85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8" name="Rectángulo 137">
              <a:extLst>
                <a:ext uri="{FF2B5EF4-FFF2-40B4-BE49-F238E27FC236}">
                  <a16:creationId xmlns:a16="http://schemas.microsoft.com/office/drawing/2014/main" id="{1D132219-771B-6AAD-0761-65B4D1298B90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9" name="Grupo 138">
            <a:extLst>
              <a:ext uri="{FF2B5EF4-FFF2-40B4-BE49-F238E27FC236}">
                <a16:creationId xmlns:a16="http://schemas.microsoft.com/office/drawing/2014/main" id="{D9F79CDE-800C-3F1F-2CE3-499ACEE2C6C6}"/>
              </a:ext>
            </a:extLst>
          </p:cNvPr>
          <p:cNvGrpSpPr/>
          <p:nvPr/>
        </p:nvGrpSpPr>
        <p:grpSpPr>
          <a:xfrm>
            <a:off x="6415448" y="4147488"/>
            <a:ext cx="2431998" cy="207268"/>
            <a:chOff x="6501235" y="2831998"/>
            <a:chExt cx="2431998" cy="207268"/>
          </a:xfrm>
        </p:grpSpPr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80F87DC9-520C-608E-196A-63DC78FC1B7F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1" name="Rectángulo 140">
              <a:extLst>
                <a:ext uri="{FF2B5EF4-FFF2-40B4-BE49-F238E27FC236}">
                  <a16:creationId xmlns:a16="http://schemas.microsoft.com/office/drawing/2014/main" id="{0B53252C-D262-A5C0-41E9-68DE1E9DB4A9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8915B35B-F68D-F38E-990B-76F316FD9B03}"/>
              </a:ext>
            </a:extLst>
          </p:cNvPr>
          <p:cNvSpPr txBox="1"/>
          <p:nvPr/>
        </p:nvSpPr>
        <p:spPr>
          <a:xfrm>
            <a:off x="8526352" y="294888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F1C04E8C-E27E-EC73-271E-868D5289DDA7}"/>
              </a:ext>
            </a:extLst>
          </p:cNvPr>
          <p:cNvSpPr txBox="1"/>
          <p:nvPr/>
        </p:nvSpPr>
        <p:spPr>
          <a:xfrm>
            <a:off x="8526352" y="4151792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4" name="CuadroTexto 143">
            <a:extLst>
              <a:ext uri="{FF2B5EF4-FFF2-40B4-BE49-F238E27FC236}">
                <a16:creationId xmlns:a16="http://schemas.microsoft.com/office/drawing/2014/main" id="{01E7D3D9-8C0C-1AE6-9E61-E9BC11576684}"/>
              </a:ext>
            </a:extLst>
          </p:cNvPr>
          <p:cNvSpPr txBox="1"/>
          <p:nvPr/>
        </p:nvSpPr>
        <p:spPr>
          <a:xfrm>
            <a:off x="8526352" y="384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E64C6E94-E838-0C22-2F90-81EFE9684A03}"/>
              </a:ext>
            </a:extLst>
          </p:cNvPr>
          <p:cNvSpPr txBox="1"/>
          <p:nvPr/>
        </p:nvSpPr>
        <p:spPr>
          <a:xfrm>
            <a:off x="8526352" y="357197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F1B38EF3-85BF-8338-2A53-CF1019401629}"/>
              </a:ext>
            </a:extLst>
          </p:cNvPr>
          <p:cNvSpPr txBox="1"/>
          <p:nvPr/>
        </p:nvSpPr>
        <p:spPr>
          <a:xfrm>
            <a:off x="8526352" y="325054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ADA759E2-AD71-2306-59FA-FAC018B953C6}"/>
              </a:ext>
            </a:extLst>
          </p:cNvPr>
          <p:cNvSpPr txBox="1"/>
          <p:nvPr/>
        </p:nvSpPr>
        <p:spPr>
          <a:xfrm>
            <a:off x="4244546" y="2951403"/>
            <a:ext cx="1179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632DE64E-E29D-CC94-2C2A-59EE7ADDD84D}"/>
              </a:ext>
            </a:extLst>
          </p:cNvPr>
          <p:cNvSpPr txBox="1"/>
          <p:nvPr/>
        </p:nvSpPr>
        <p:spPr>
          <a:xfrm>
            <a:off x="4146309" y="3181247"/>
            <a:ext cx="1453281" cy="219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MAYOR VENTA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C17FA9B-3475-CF74-A343-15D3F45AFE7F}"/>
              </a:ext>
            </a:extLst>
          </p:cNvPr>
          <p:cNvSpPr txBox="1"/>
          <p:nvPr/>
        </p:nvSpPr>
        <p:spPr>
          <a:xfrm>
            <a:off x="3942270" y="3792619"/>
            <a:ext cx="178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EAD948C3-7949-25E8-57AD-5F353B423F15}"/>
              </a:ext>
            </a:extLst>
          </p:cNvPr>
          <p:cNvSpPr txBox="1"/>
          <p:nvPr/>
        </p:nvSpPr>
        <p:spPr>
          <a:xfrm>
            <a:off x="4143851" y="4056272"/>
            <a:ext cx="14557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MENOR VENTA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63BC03F9-4C6E-D350-B325-B26EEB6716DB}"/>
              </a:ext>
            </a:extLst>
          </p:cNvPr>
          <p:cNvSpPr txBox="1"/>
          <p:nvPr/>
        </p:nvSpPr>
        <p:spPr>
          <a:xfrm>
            <a:off x="2975368" y="284736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35 %</a:t>
            </a:r>
          </a:p>
        </p:txBody>
      </p:sp>
      <p:sp>
        <p:nvSpPr>
          <p:cNvPr id="152" name="CuadroTexto 151">
            <a:extLst>
              <a:ext uri="{FF2B5EF4-FFF2-40B4-BE49-F238E27FC236}">
                <a16:creationId xmlns:a16="http://schemas.microsoft.com/office/drawing/2014/main" id="{A0A52B46-BA73-BEDF-530A-7CC3C4902CB9}"/>
              </a:ext>
            </a:extLst>
          </p:cNvPr>
          <p:cNvSpPr txBox="1"/>
          <p:nvPr/>
        </p:nvSpPr>
        <p:spPr>
          <a:xfrm>
            <a:off x="2972573" y="3697410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10 %</a:t>
            </a:r>
          </a:p>
        </p:txBody>
      </p:sp>
      <p:pic>
        <p:nvPicPr>
          <p:cNvPr id="153" name="Gráfico 152">
            <a:extLst>
              <a:ext uri="{FF2B5EF4-FFF2-40B4-BE49-F238E27FC236}">
                <a16:creationId xmlns:a16="http://schemas.microsoft.com/office/drawing/2014/main" id="{29DEE54A-BA4E-F378-4B53-8937F3AE6F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18685" y="4698376"/>
            <a:ext cx="3092954" cy="1921530"/>
          </a:xfrm>
          <a:prstGeom prst="rect">
            <a:avLst/>
          </a:prstGeom>
        </p:spPr>
      </p:pic>
      <p:sp>
        <p:nvSpPr>
          <p:cNvPr id="156" name="Rectángulo 155">
            <a:extLst>
              <a:ext uri="{FF2B5EF4-FFF2-40B4-BE49-F238E27FC236}">
                <a16:creationId xmlns:a16="http://schemas.microsoft.com/office/drawing/2014/main" id="{8C92A116-81E8-C178-55B3-0359B39E0F3E}"/>
              </a:ext>
            </a:extLst>
          </p:cNvPr>
          <p:cNvSpPr/>
          <p:nvPr/>
        </p:nvSpPr>
        <p:spPr>
          <a:xfrm rot="16200000">
            <a:off x="2873917" y="5316480"/>
            <a:ext cx="905791" cy="6802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158" name="Conector recto 157">
            <a:extLst>
              <a:ext uri="{FF2B5EF4-FFF2-40B4-BE49-F238E27FC236}">
                <a16:creationId xmlns:a16="http://schemas.microsoft.com/office/drawing/2014/main" id="{E1FBE8A3-E04D-390F-9277-599A21C62DA9}"/>
              </a:ext>
            </a:extLst>
          </p:cNvPr>
          <p:cNvCxnSpPr>
            <a:cxnSpLocks/>
          </p:cNvCxnSpPr>
          <p:nvPr/>
        </p:nvCxnSpPr>
        <p:spPr>
          <a:xfrm>
            <a:off x="2707405" y="6109492"/>
            <a:ext cx="2909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ctángulo 158">
            <a:extLst>
              <a:ext uri="{FF2B5EF4-FFF2-40B4-BE49-F238E27FC236}">
                <a16:creationId xmlns:a16="http://schemas.microsoft.com/office/drawing/2014/main" id="{A3544305-C644-E8F9-2AE9-35B8CC2DE9AC}"/>
              </a:ext>
            </a:extLst>
          </p:cNvPr>
          <p:cNvSpPr/>
          <p:nvPr/>
        </p:nvSpPr>
        <p:spPr>
          <a:xfrm rot="16200000">
            <a:off x="3993439" y="5620112"/>
            <a:ext cx="294514" cy="6802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053CB5FD-E4C5-3527-C6E9-DD9FEA70144D}"/>
              </a:ext>
            </a:extLst>
          </p:cNvPr>
          <p:cNvSpPr txBox="1"/>
          <p:nvPr/>
        </p:nvSpPr>
        <p:spPr>
          <a:xfrm>
            <a:off x="2817360" y="6146315"/>
            <a:ext cx="101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CLIENTES EN EVENTO</a:t>
            </a:r>
          </a:p>
        </p:txBody>
      </p:sp>
      <p:sp>
        <p:nvSpPr>
          <p:cNvPr id="162" name="CuadroTexto 161">
            <a:extLst>
              <a:ext uri="{FF2B5EF4-FFF2-40B4-BE49-F238E27FC236}">
                <a16:creationId xmlns:a16="http://schemas.microsoft.com/office/drawing/2014/main" id="{753858AF-E158-9AA2-8372-F84AD25AADA6}"/>
              </a:ext>
            </a:extLst>
          </p:cNvPr>
          <p:cNvSpPr txBox="1"/>
          <p:nvPr/>
        </p:nvSpPr>
        <p:spPr>
          <a:xfrm>
            <a:off x="3617947" y="6220596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C16F03BC-9D44-9E25-F247-D5203A9C87AB}"/>
              </a:ext>
            </a:extLst>
          </p:cNvPr>
          <p:cNvSpPr txBox="1"/>
          <p:nvPr/>
        </p:nvSpPr>
        <p:spPr>
          <a:xfrm>
            <a:off x="4578718" y="6220596"/>
            <a:ext cx="8086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</a:p>
        </p:txBody>
      </p:sp>
      <p:sp>
        <p:nvSpPr>
          <p:cNvPr id="164" name="Rectángulo 163">
            <a:extLst>
              <a:ext uri="{FF2B5EF4-FFF2-40B4-BE49-F238E27FC236}">
                <a16:creationId xmlns:a16="http://schemas.microsoft.com/office/drawing/2014/main" id="{6726C2F2-B196-EC40-8B62-59A53EE58B34}"/>
              </a:ext>
            </a:extLst>
          </p:cNvPr>
          <p:cNvSpPr/>
          <p:nvPr/>
        </p:nvSpPr>
        <p:spPr>
          <a:xfrm rot="16200000">
            <a:off x="4858160" y="5644278"/>
            <a:ext cx="246189" cy="680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66" name="CuadroTexto 165">
            <a:extLst>
              <a:ext uri="{FF2B5EF4-FFF2-40B4-BE49-F238E27FC236}">
                <a16:creationId xmlns:a16="http://schemas.microsoft.com/office/drawing/2014/main" id="{3D0BAEB3-29FE-A413-03DE-625F2D8283C3}"/>
              </a:ext>
            </a:extLst>
          </p:cNvPr>
          <p:cNvSpPr txBox="1"/>
          <p:nvPr/>
        </p:nvSpPr>
        <p:spPr>
          <a:xfrm>
            <a:off x="3052183" y="4998736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</a:t>
            </a: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6930B884-4B26-2287-482A-D54102D18FA7}"/>
              </a:ext>
            </a:extLst>
          </p:cNvPr>
          <p:cNvSpPr txBox="1"/>
          <p:nvPr/>
        </p:nvSpPr>
        <p:spPr>
          <a:xfrm>
            <a:off x="3825167" y="5611414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B47BF6C7-F2C9-A12F-6B0A-FA4DB04EE622}"/>
              </a:ext>
            </a:extLst>
          </p:cNvPr>
          <p:cNvSpPr txBox="1"/>
          <p:nvPr/>
        </p:nvSpPr>
        <p:spPr>
          <a:xfrm>
            <a:off x="4664984" y="5656595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ADF7136-4960-AD77-ECC9-142674031F34}"/>
              </a:ext>
            </a:extLst>
          </p:cNvPr>
          <p:cNvSpPr txBox="1"/>
          <p:nvPr/>
        </p:nvSpPr>
        <p:spPr>
          <a:xfrm>
            <a:off x="5823606" y="2585767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VENTAS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C7217808-E003-C3B2-A3B2-81B541031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3852" y="4698376"/>
            <a:ext cx="3205847" cy="191670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D4A68BD-BBEF-2A5A-5555-8ECDD1F44508}"/>
              </a:ext>
            </a:extLst>
          </p:cNvPr>
          <p:cNvSpPr txBox="1"/>
          <p:nvPr/>
        </p:nvSpPr>
        <p:spPr>
          <a:xfrm>
            <a:off x="5925045" y="4759047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E37F3E9-8822-ABE0-585E-A33222B75DFB}"/>
              </a:ext>
            </a:extLst>
          </p:cNvPr>
          <p:cNvSpPr txBox="1"/>
          <p:nvPr/>
        </p:nvSpPr>
        <p:spPr>
          <a:xfrm>
            <a:off x="5931900" y="50813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52A1846-AEBC-4CB0-280F-9E756E801A44}"/>
              </a:ext>
            </a:extLst>
          </p:cNvPr>
          <p:cNvSpPr txBox="1"/>
          <p:nvPr/>
        </p:nvSpPr>
        <p:spPr>
          <a:xfrm>
            <a:off x="5931900" y="53725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2CB9D57-41DC-54F3-39B9-F8EE4D446B42}"/>
              </a:ext>
            </a:extLst>
          </p:cNvPr>
          <p:cNvSpPr txBox="1"/>
          <p:nvPr/>
        </p:nvSpPr>
        <p:spPr>
          <a:xfrm>
            <a:off x="5931900" y="5689700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FECFB3F-C8FD-DCD4-682F-E4793EA01CEC}"/>
              </a:ext>
            </a:extLst>
          </p:cNvPr>
          <p:cNvSpPr txBox="1"/>
          <p:nvPr/>
        </p:nvSpPr>
        <p:spPr>
          <a:xfrm>
            <a:off x="5953828" y="5986271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420B57B-5E36-3577-7EC9-B6850A783CA2}"/>
              </a:ext>
            </a:extLst>
          </p:cNvPr>
          <p:cNvSpPr txBox="1"/>
          <p:nvPr/>
        </p:nvSpPr>
        <p:spPr>
          <a:xfrm>
            <a:off x="5953828" y="627746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19757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DBFF9-7ADB-E02C-5C35-D8B87B32F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8EE95853-3E1F-C51A-9DD6-809820C9694D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NOMBRE DEL CANAL / O EVENTO</a:t>
            </a:r>
            <a:endParaRPr lang="es-EC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2C3FDAF-1A28-7D96-D5F9-990404479B60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AL PROMOTOR JUNTO A SU STAND CON TODOS LOS MATERIALES Y POP CORRECTAMENTE UBICADOS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AAF0DCC-88E7-FFDA-94D6-7B1AB18C8BC7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F2BB3CD-6D15-32FF-6C1A-09C346C1CCDF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AL PROMOTOR EJECUTANDO UNA ATENCIÓN O INTERACCIÓN CON LOS CLIENTES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01575485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729</TotalTime>
  <Words>170</Words>
  <Application>Microsoft Office PowerPoint</Application>
  <PresentationFormat>Panorámica</PresentationFormat>
  <Paragraphs>50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30</cp:revision>
  <dcterms:created xsi:type="dcterms:W3CDTF">2023-12-05T22:05:31Z</dcterms:created>
  <dcterms:modified xsi:type="dcterms:W3CDTF">2026-06-29T22:15:47Z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