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5" r:id="rId4"/>
    <p:sldId id="274" r:id="rId5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C092418E-1FB3-482F-9B3B-ED1A5D4977EF}">
          <p14:sldIdLst>
            <p14:sldId id="256"/>
            <p14:sldId id="257"/>
          </p14:sldIdLst>
        </p14:section>
        <p14:section name="EVENTOS O FERIAS" id="{74CA39B5-FC89-4C92-9598-488EEC482022}">
          <p14:sldIdLst>
            <p14:sldId id="285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oska Elizabeth SanMartin Bello" userId="02ab975b-960e-42bb-837d-f7df9595029a" providerId="ADAL" clId="{189961E0-6D24-43AC-8384-5AF5B7BC5063}"/>
    <pc:docChg chg="undo custSel addSld modSld addSection delSection modSection">
      <pc:chgData name="Ninoska Elizabeth SanMartin Bello" userId="02ab975b-960e-42bb-837d-f7df9595029a" providerId="ADAL" clId="{189961E0-6D24-43AC-8384-5AF5B7BC5063}" dt="2026-06-18T23:06:44.717" v="223" actId="14100"/>
      <pc:docMkLst>
        <pc:docMk/>
      </pc:docMkLst>
      <pc:sldChg chg="addSp delSp modSp mod">
        <pc:chgData name="Ninoska Elizabeth SanMartin Bello" userId="02ab975b-960e-42bb-837d-f7df9595029a" providerId="ADAL" clId="{189961E0-6D24-43AC-8384-5AF5B7BC5063}" dt="2026-06-18T23:04:22.778" v="214"/>
        <pc:sldMkLst>
          <pc:docMk/>
          <pc:sldMk cId="1676416835" sldId="265"/>
        </pc:sldMkLst>
        <pc:spChg chg="del mod">
          <ac:chgData name="Ninoska Elizabeth SanMartin Bello" userId="02ab975b-960e-42bb-837d-f7df9595029a" providerId="ADAL" clId="{189961E0-6D24-43AC-8384-5AF5B7BC5063}" dt="2026-06-18T23:02:51.342" v="211"/>
          <ac:spMkLst>
            <pc:docMk/>
            <pc:sldMk cId="1676416835" sldId="265"/>
            <ac:spMk id="4" creationId="{31C5D031-69CD-49F5-8F81-DCA9C8F277F9}"/>
          </ac:spMkLst>
        </pc:spChg>
        <pc:spChg chg="del mod">
          <ac:chgData name="Ninoska Elizabeth SanMartin Bello" userId="02ab975b-960e-42bb-837d-f7df9595029a" providerId="ADAL" clId="{189961E0-6D24-43AC-8384-5AF5B7BC5063}" dt="2026-06-18T22:55:13.705" v="175" actId="478"/>
          <ac:spMkLst>
            <pc:docMk/>
            <pc:sldMk cId="1676416835" sldId="265"/>
            <ac:spMk id="35" creationId="{BDFD00C9-5059-9C9B-0D29-5630140EC5EE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8" creationId="{EC31A34B-17E1-ED25-90CE-9D88080F52F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9" creationId="{8C0E149B-7B94-8905-A933-95A983568EF7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1" creationId="{6E2643EA-DDED-9744-B7EC-30E20E24F58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2" creationId="{AE817ADF-450C-DB80-210F-3CF5FC5025B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3" creationId="{F975CBBD-FF36-4087-6117-FFF01A8F682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4" creationId="{E6B1C996-2E71-9A83-DE6E-10A18D71F8B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5" creationId="{00F16202-0582-9097-1EBD-20A9DDB8BDF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6" creationId="{331C44BE-A27F-5B51-6237-422D274B6CD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8" creationId="{FDD8E7D1-E7B6-F28D-3412-A4071A2181FF}"/>
          </ac:spMkLst>
        </pc:spChg>
        <pc:spChg chg="del">
          <ac:chgData name="Ninoska Elizabeth SanMartin Bello" userId="02ab975b-960e-42bb-837d-f7df9595029a" providerId="ADAL" clId="{189961E0-6D24-43AC-8384-5AF5B7BC5063}" dt="2026-06-18T22:54:59.005" v="172" actId="478"/>
          <ac:spMkLst>
            <pc:docMk/>
            <pc:sldMk cId="1676416835" sldId="265"/>
            <ac:spMk id="61" creationId="{CD50E37A-3B36-C7F9-2CF9-751BABB8A657}"/>
          </ac:spMkLst>
        </pc:spChg>
        <pc:spChg chg="del">
          <ac:chgData name="Ninoska Elizabeth SanMartin Bello" userId="02ab975b-960e-42bb-837d-f7df9595029a" providerId="ADAL" clId="{189961E0-6D24-43AC-8384-5AF5B7BC5063}" dt="2026-06-18T22:54:52.061" v="171" actId="478"/>
          <ac:spMkLst>
            <pc:docMk/>
            <pc:sldMk cId="1676416835" sldId="265"/>
            <ac:spMk id="62" creationId="{A981D387-7C10-700B-C7F4-19BCEE98C11D}"/>
          </ac:spMkLst>
        </pc:spChg>
        <pc:spChg chg="del">
          <ac:chgData name="Ninoska Elizabeth SanMartin Bello" userId="02ab975b-960e-42bb-837d-f7df9595029a" providerId="ADAL" clId="{189961E0-6D24-43AC-8384-5AF5B7BC5063}" dt="2026-06-18T22:54:48.377" v="170" actId="478"/>
          <ac:spMkLst>
            <pc:docMk/>
            <pc:sldMk cId="1676416835" sldId="265"/>
            <ac:spMk id="63" creationId="{16F18DFE-6BA6-6DB5-505C-AB817A7B2EF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78" creationId="{B7B4C1DC-C288-83AA-69EB-CCF4A13BEBE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0" creationId="{8F7A25C5-5FBE-A209-CE38-19B87B937D9B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1" creationId="{E5E29D82-30E0-7019-0499-3DD0D187AA8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4" creationId="{E0C762B9-3F09-B141-2486-7432EDC705D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6" creationId="{018CBFDD-07AE-73D7-52F2-5C74F4052A4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7" creationId="{4F087137-DEAC-5933-52FB-8312AEAF383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8" creationId="{6859BB16-D20F-D22D-0DC0-5CA6A9F551DF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0" creationId="{5F0CDFB6-F7D0-CED4-4DB2-B400983C915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2" creationId="{8E7CA37E-4220-6005-6029-C733D1D236B8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3" creationId="{08C98D6A-80FA-1342-6343-8C0B1D79D450}"/>
          </ac:spMkLst>
        </pc:spChg>
        <pc:grpChg chg="del">
          <ac:chgData name="Ninoska Elizabeth SanMartin Bello" userId="02ab975b-960e-42bb-837d-f7df9595029a" providerId="ADAL" clId="{189961E0-6D24-43AC-8384-5AF5B7BC5063}" dt="2026-06-18T22:54:52.061" v="171" actId="478"/>
          <ac:grpSpMkLst>
            <pc:docMk/>
            <pc:sldMk cId="1676416835" sldId="265"/>
            <ac:grpSpMk id="37" creationId="{F27ECFEA-8947-2C37-3D5A-22942A493C18}"/>
          </ac:grpSpMkLst>
        </pc:grpChg>
        <pc:graphicFrameChg chg="add del mod modGraphic">
          <ac:chgData name="Ninoska Elizabeth SanMartin Bello" userId="02ab975b-960e-42bb-837d-f7df9595029a" providerId="ADAL" clId="{189961E0-6D24-43AC-8384-5AF5B7BC5063}" dt="2026-06-18T22:44:55.693" v="168" actId="478"/>
          <ac:graphicFrameMkLst>
            <pc:docMk/>
            <pc:sldMk cId="1676416835" sldId="265"/>
            <ac:graphicFrameMk id="3" creationId="{3C9AE43D-536C-80CD-2C6C-9E1D5E5BF389}"/>
          </ac:graphicFrameMkLst>
        </pc:graphicFrameChg>
        <pc:graphicFrameChg chg="add del mod modGraphic">
          <ac:chgData name="Ninoska Elizabeth SanMartin Bello" userId="02ab975b-960e-42bb-837d-f7df9595029a" providerId="ADAL" clId="{189961E0-6D24-43AC-8384-5AF5B7BC5063}" dt="2026-06-18T23:04:21.472" v="213" actId="478"/>
          <ac:graphicFrameMkLst>
            <pc:docMk/>
            <pc:sldMk cId="1676416835" sldId="265"/>
            <ac:graphicFrameMk id="64" creationId="{038B6051-D205-1D86-38DF-1E3E2624EB3E}"/>
          </ac:graphicFrameMkLst>
        </pc:graphicFrameChg>
      </pc:sldChg>
      <pc:sldChg chg="delSp modSp mod">
        <pc:chgData name="Ninoska Elizabeth SanMartin Bello" userId="02ab975b-960e-42bb-837d-f7df9595029a" providerId="ADAL" clId="{189961E0-6D24-43AC-8384-5AF5B7BC5063}" dt="2026-06-18T22:55:58.417" v="176" actId="20577"/>
        <pc:sldMkLst>
          <pc:docMk/>
          <pc:sldMk cId="1264549802" sldId="271"/>
        </pc:sldMkLst>
        <pc:spChg chg="mod">
          <ac:chgData name="Ninoska Elizabeth SanMartin Bello" userId="02ab975b-960e-42bb-837d-f7df9595029a" providerId="ADAL" clId="{189961E0-6D24-43AC-8384-5AF5B7BC5063}" dt="2026-06-18T22:42:20.293" v="27" actId="20577"/>
          <ac:spMkLst>
            <pc:docMk/>
            <pc:sldMk cId="1264549802" sldId="271"/>
            <ac:spMk id="4" creationId="{EF875DB9-48B1-43E4-A6D5-A99CCF275ADF}"/>
          </ac:spMkLst>
        </pc:spChg>
        <pc:spChg chg="mod">
          <ac:chgData name="Ninoska Elizabeth SanMartin Bello" userId="02ab975b-960e-42bb-837d-f7df9595029a" providerId="ADAL" clId="{189961E0-6D24-43AC-8384-5AF5B7BC5063}" dt="2026-06-18T22:55:58.417" v="176" actId="20577"/>
          <ac:spMkLst>
            <pc:docMk/>
            <pc:sldMk cId="1264549802" sldId="271"/>
            <ac:spMk id="19" creationId="{89E1D5BA-4BF5-29C8-77E9-9E6E9999A07F}"/>
          </ac:spMkLst>
        </pc:spChg>
        <pc:spChg chg="mod">
          <ac:chgData name="Ninoska Elizabeth SanMartin Bello" userId="02ab975b-960e-42bb-837d-f7df9595029a" providerId="ADAL" clId="{189961E0-6D24-43AC-8384-5AF5B7BC5063}" dt="2026-06-18T22:44:36.267" v="167" actId="20577"/>
          <ac:spMkLst>
            <pc:docMk/>
            <pc:sldMk cId="1264549802" sldId="271"/>
            <ac:spMk id="23" creationId="{691CD241-08FF-0A34-CB17-D84046557DA0}"/>
          </ac:spMkLst>
        </pc:spChg>
        <pc:spChg chg="mod">
          <ac:chgData name="Ninoska Elizabeth SanMartin Bello" userId="02ab975b-960e-42bb-837d-f7df9595029a" providerId="ADAL" clId="{189961E0-6D24-43AC-8384-5AF5B7BC5063}" dt="2026-06-18T22:44:19.028" v="96" actId="20577"/>
          <ac:spMkLst>
            <pc:docMk/>
            <pc:sldMk cId="1264549802" sldId="271"/>
            <ac:spMk id="26" creationId="{784CF006-8653-976A-20BC-D62222C4E5C3}"/>
          </ac:spMkLst>
        </pc:spChg>
        <pc:spChg chg="mod">
          <ac:chgData name="Ninoska Elizabeth SanMartin Bello" userId="02ab975b-960e-42bb-837d-f7df9595029a" providerId="ADAL" clId="{189961E0-6D24-43AC-8384-5AF5B7BC5063}" dt="2026-06-18T22:44:16.600" v="95" actId="20577"/>
          <ac:spMkLst>
            <pc:docMk/>
            <pc:sldMk cId="1264549802" sldId="271"/>
            <ac:spMk id="29" creationId="{566DA1F0-70DE-8BAD-828B-682B668A7FB3}"/>
          </ac:spMkLst>
        </pc:spChg>
        <pc:spChg chg="mod">
          <ac:chgData name="Ninoska Elizabeth SanMartin Bello" userId="02ab975b-960e-42bb-837d-f7df9595029a" providerId="ADAL" clId="{189961E0-6D24-43AC-8384-5AF5B7BC5063}" dt="2026-06-18T22:44:12.663" v="94" actId="20577"/>
          <ac:spMkLst>
            <pc:docMk/>
            <pc:sldMk cId="1264549802" sldId="271"/>
            <ac:spMk id="32" creationId="{5D824A52-BC1B-9503-4958-AE4991933AFC}"/>
          </ac:spMkLst>
        </pc:spChg>
        <pc:picChg chg="del">
          <ac:chgData name="Ninoska Elizabeth SanMartin Bello" userId="02ab975b-960e-42bb-837d-f7df9595029a" providerId="ADAL" clId="{189961E0-6D24-43AC-8384-5AF5B7BC5063}" dt="2026-06-18T22:42:11.908" v="3" actId="478"/>
          <ac:picMkLst>
            <pc:docMk/>
            <pc:sldMk cId="1264549802" sldId="271"/>
            <ac:picMk id="5" creationId="{05CC37BA-B49F-3A77-F2D4-C437EC7452AA}"/>
          </ac:picMkLst>
        </pc:picChg>
        <pc:picChg chg="del">
          <ac:chgData name="Ninoska Elizabeth SanMartin Bello" userId="02ab975b-960e-42bb-837d-f7df9595029a" providerId="ADAL" clId="{189961E0-6D24-43AC-8384-5AF5B7BC5063}" dt="2026-06-18T22:42:13.511" v="4" actId="478"/>
          <ac:picMkLst>
            <pc:docMk/>
            <pc:sldMk cId="1264549802" sldId="271"/>
            <ac:picMk id="35" creationId="{2838FEC9-A769-7565-9D08-94647104C6A2}"/>
          </ac:picMkLst>
        </pc:picChg>
        <pc:picChg chg="del">
          <ac:chgData name="Ninoska Elizabeth SanMartin Bello" userId="02ab975b-960e-42bb-837d-f7df9595029a" providerId="ADAL" clId="{189961E0-6D24-43AC-8384-5AF5B7BC5063}" dt="2026-06-18T22:42:15.152" v="5" actId="478"/>
          <ac:picMkLst>
            <pc:docMk/>
            <pc:sldMk cId="1264549802" sldId="271"/>
            <ac:picMk id="37" creationId="{973EE529-6042-0175-6B6D-B431DC823B58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0:32.341" v="187" actId="14100"/>
        <pc:sldMkLst>
          <pc:docMk/>
          <pc:sldMk cId="3597385338" sldId="272"/>
        </pc:sldMkLst>
        <pc:spChg chg="del mod">
          <ac:chgData name="Ninoska Elizabeth SanMartin Bello" userId="02ab975b-960e-42bb-837d-f7df9595029a" providerId="ADAL" clId="{189961E0-6D24-43AC-8384-5AF5B7BC5063}" dt="2026-06-18T22:42:47.502" v="79"/>
          <ac:spMkLst>
            <pc:docMk/>
            <pc:sldMk cId="3597385338" sldId="272"/>
            <ac:spMk id="4" creationId="{885154EC-7D69-7FAC-09BA-2A8C8FC1299E}"/>
          </ac:spMkLst>
        </pc:spChg>
        <pc:grpChg chg="del">
          <ac:chgData name="Ninoska Elizabeth SanMartin Bello" userId="02ab975b-960e-42bb-837d-f7df9595029a" providerId="ADAL" clId="{189961E0-6D24-43AC-8384-5AF5B7BC5063}" dt="2026-06-18T22:42:47.502" v="77" actId="478"/>
          <ac:grpSpMkLst>
            <pc:docMk/>
            <pc:sldMk cId="3597385338" sldId="272"/>
            <ac:grpSpMk id="2" creationId="{E3F8CFEB-AD9D-BD05-72F2-9943853E7BA4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0:32.341" v="187" actId="14100"/>
          <ac:graphicFrameMkLst>
            <pc:docMk/>
            <pc:sldMk cId="3597385338" sldId="272"/>
            <ac:graphicFrameMk id="3" creationId="{2755DD16-0B40-A669-1C07-2E71F85D8489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38.305" v="53" actId="478"/>
          <ac:picMkLst>
            <pc:docMk/>
            <pc:sldMk cId="3597385338" sldId="272"/>
            <ac:picMk id="5" creationId="{2C7D0B68-E411-4B2C-FEC1-96B2FF126A57}"/>
          </ac:picMkLst>
        </pc:picChg>
        <pc:picChg chg="del">
          <ac:chgData name="Ninoska Elizabeth SanMartin Bello" userId="02ab975b-960e-42bb-837d-f7df9595029a" providerId="ADAL" clId="{189961E0-6D24-43AC-8384-5AF5B7BC5063}" dt="2026-06-18T22:42:39.697" v="54" actId="478"/>
          <ac:picMkLst>
            <pc:docMk/>
            <pc:sldMk cId="3597385338" sldId="272"/>
            <ac:picMk id="39" creationId="{C05788DC-A39A-A820-FB11-602E32A247F2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5:47.442" v="218" actId="14100"/>
        <pc:sldMkLst>
          <pc:docMk/>
          <pc:sldMk cId="1468777923" sldId="273"/>
        </pc:sldMkLst>
        <pc:spChg chg="mod">
          <ac:chgData name="Ninoska Elizabeth SanMartin Bello" userId="02ab975b-960e-42bb-837d-f7df9595029a" providerId="ADAL" clId="{189961E0-6D24-43AC-8384-5AF5B7BC5063}" dt="2026-06-18T22:42:32.801" v="52" actId="20577"/>
          <ac:spMkLst>
            <pc:docMk/>
            <pc:sldMk cId="1468777923" sldId="273"/>
            <ac:spMk id="4" creationId="{80E77FC5-8D75-D7F7-409E-3A493D6D0C3A}"/>
          </ac:spMkLst>
        </pc:spChg>
        <pc:grpChg chg="del">
          <ac:chgData name="Ninoska Elizabeth SanMartin Bello" userId="02ab975b-960e-42bb-837d-f7df9595029a" providerId="ADAL" clId="{189961E0-6D24-43AC-8384-5AF5B7BC5063}" dt="2026-06-18T22:43:56.326" v="86" actId="478"/>
          <ac:grpSpMkLst>
            <pc:docMk/>
            <pc:sldMk cId="1468777923" sldId="273"/>
            <ac:grpSpMk id="2" creationId="{BD7124A4-5302-C1BE-19B6-39954D5DB06E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5:47.442" v="218" actId="14100"/>
          <ac:graphicFrameMkLst>
            <pc:docMk/>
            <pc:sldMk cId="1468777923" sldId="273"/>
            <ac:graphicFrameMk id="3" creationId="{6E53D25C-12A8-74E7-5DF3-B8E2EE4BCECB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24.653" v="28" actId="478"/>
          <ac:picMkLst>
            <pc:docMk/>
            <pc:sldMk cId="1468777923" sldId="273"/>
            <ac:picMk id="34" creationId="{DDF4B9BE-BC1F-9C08-8AA1-1FDB17CEE50E}"/>
          </ac:picMkLst>
        </pc:picChg>
        <pc:picChg chg="del">
          <ac:chgData name="Ninoska Elizabeth SanMartin Bello" userId="02ab975b-960e-42bb-837d-f7df9595029a" providerId="ADAL" clId="{189961E0-6D24-43AC-8384-5AF5B7BC5063}" dt="2026-06-18T22:42:26.295" v="29" actId="478"/>
          <ac:picMkLst>
            <pc:docMk/>
            <pc:sldMk cId="1468777923" sldId="273"/>
            <ac:picMk id="38" creationId="{53670DED-6083-B4D0-8DD7-7DBE0E58DA1E}"/>
          </ac:picMkLst>
        </pc:picChg>
        <pc:picChg chg="del">
          <ac:chgData name="Ninoska Elizabeth SanMartin Bello" userId="02ab975b-960e-42bb-837d-f7df9595029a" providerId="ADAL" clId="{189961E0-6D24-43AC-8384-5AF5B7BC5063}" dt="2026-06-18T22:42:27.798" v="30" actId="478"/>
          <ac:picMkLst>
            <pc:docMk/>
            <pc:sldMk cId="1468777923" sldId="273"/>
            <ac:picMk id="40" creationId="{81B26806-1B6F-E14C-7643-F2884FED4C7B}"/>
          </ac:picMkLst>
        </pc:picChg>
      </pc:sldChg>
      <pc:sldChg chg="addSp modSp add mod">
        <pc:chgData name="Ninoska Elizabeth SanMartin Bello" userId="02ab975b-960e-42bb-837d-f7df9595029a" providerId="ADAL" clId="{189961E0-6D24-43AC-8384-5AF5B7BC5063}" dt="2026-06-18T23:06:44.717" v="223" actId="14100"/>
        <pc:sldMkLst>
          <pc:docMk/>
          <pc:sldMk cId="1015754852" sldId="274"/>
        </pc:sldMkLst>
        <pc:graphicFrameChg chg="add mod modGraphic">
          <ac:chgData name="Ninoska Elizabeth SanMartin Bello" userId="02ab975b-960e-42bb-837d-f7df9595029a" providerId="ADAL" clId="{189961E0-6D24-43AC-8384-5AF5B7BC5063}" dt="2026-06-18T23:06:44.717" v="223" actId="14100"/>
          <ac:graphicFrameMkLst>
            <pc:docMk/>
            <pc:sldMk cId="1015754852" sldId="274"/>
            <ac:graphicFrameMk id="2" creationId="{A539039C-7195-5312-0387-5EF29588ABA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96C32-545D-0DAC-D26D-4FCACC830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CC5C26-7E13-E3E3-9E72-3767F9B17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F07C5-237C-2D6E-A5FF-07F6500D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2B88AB-9236-1708-74AA-ABFADA2C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FA0E5-7A23-FE03-F2A8-34A9A783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47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98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CE863-D494-3872-0C30-8177721D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F20B59-4476-9C42-3792-893D32F12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7377C-375E-074C-BCBE-CB71FB0A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4D90D-E80E-B43F-8F72-1FEC0B88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36CF15-9A72-D4ED-1D9E-4215BEF4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663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8E63A-B2F7-10C5-7B4E-405F0D3D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D4C9C6-8510-CFCF-F743-6FE4D96C3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6DD23A-DB09-A9D3-C243-5B82D178E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927A14-1F7B-9CF2-A9D1-9D73F7B9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6FABC3-0215-2F43-3072-46A55D74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CADD56-622A-F1F0-EAFD-1556D7B2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8587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67D69-2E25-B3EA-F4D4-DAE95582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BD53B9-C37C-21D7-F2DA-C3B33189A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7AE56D-15DF-753A-B77C-FE8C97A49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DCA66A-ABF4-4751-6A42-7D94BB896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42D340-2709-2ADE-8665-B53F1E16F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E1B179-9A97-A3C4-8FF3-9FA181D3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3E1C1A-00F6-3F53-3310-6AC0A26A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DE4905-8687-D12B-DD41-1DA64694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314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3D5D8-710F-70EE-E0EA-242ADDAC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D2B05A-BA44-C93E-D5B4-A633D351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F23F8-6548-A72D-6EED-AFD82354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FE9C19-BB62-94F3-5CD7-2A36DC22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990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D12E26-8756-0CC6-3524-78AA8173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25974B-6239-A4E5-E88C-F4D7B6EC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2F5CF-A44B-E21E-504B-86992C9A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235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208A0-026D-84B4-D367-C93BEB7A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6D796-EF9F-F478-6000-CD3E9F527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139D7E-C6F1-10B9-8D86-701502706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A6B65-B5A8-80E0-9F89-8FF250B8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8D5FC2-C2ED-3607-A97F-B0B056B5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9AA9FC-3B96-28D0-8809-DE233272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004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2969-DCFE-84AB-8F04-A6535EB4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50A9DA-7A5D-4A51-4A23-DF67AE74C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0AF194-363B-A9BA-7A3C-662A6A8B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89BA62-8AC6-852F-BF01-310F275F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9024F1-70CF-0A6E-2E40-2E3C3CCF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436F76-D6D7-49ED-5C4C-0D220B77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0031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DE664-CAAB-26A5-B3FD-6F85D73C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91E6F0-DDE0-E6B0-3930-3FE43128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47B52E-75F2-EB7B-318B-D61C16B6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DB1D8-E07F-67CD-26AE-8BF05D46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32B0A-7751-5386-2830-D5FB9102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303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7B01C8-8940-4D08-E406-0D7614D7B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A77D2D-BAD9-FA6D-D81C-7536C5B5B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08741-B336-4A6E-53E8-0745B6AB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8B904-CF05-BECF-7114-393C7A2A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B7A8B-7DA6-0AAC-96B9-49AB760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303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EC0309-A811-938D-A71B-26E077F1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A68385-A227-A388-1040-53C21CE1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6FD99-AB68-4B26-0368-E672797AA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E58E6-60A2-3823-0A14-F1A8FE8EC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31EF1F-5251-CD3F-467C-072680686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961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2715FDBB-7B87-23CB-C67F-7AC047E5E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5538" y="2703969"/>
            <a:ext cx="4120924" cy="145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4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D273B63C-2EE8-52D8-F4CD-DBD3FB38A2F5}"/>
              </a:ext>
            </a:extLst>
          </p:cNvPr>
          <p:cNvSpPr txBox="1">
            <a:spLocks/>
          </p:cNvSpPr>
          <p:nvPr/>
        </p:nvSpPr>
        <p:spPr>
          <a:xfrm>
            <a:off x="4035538" y="4350283"/>
            <a:ext cx="4120924" cy="737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EVENTO HOTEL XXXXXXXX</a:t>
            </a:r>
          </a:p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JUNIO 2026</a:t>
            </a: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3" name="Imagen 2" descr="Epson-Logo – Specialised Imaging Solutions Limited">
            <a:extLst>
              <a:ext uri="{FF2B5EF4-FFF2-40B4-BE49-F238E27FC236}">
                <a16:creationId xmlns:a16="http://schemas.microsoft.com/office/drawing/2014/main" id="{433C7EE2-ECFB-5116-48FB-5745EADA13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69" r="314" b="27720"/>
          <a:stretch>
            <a:fillRect/>
          </a:stretch>
        </p:blipFill>
        <p:spPr>
          <a:xfrm>
            <a:off x="3842079" y="2413165"/>
            <a:ext cx="4507842" cy="1238568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79C6C2B-DC0D-41F0-9466-9303A1199793}"/>
              </a:ext>
            </a:extLst>
          </p:cNvPr>
          <p:cNvCxnSpPr/>
          <p:nvPr/>
        </p:nvCxnSpPr>
        <p:spPr>
          <a:xfrm>
            <a:off x="4256297" y="3825551"/>
            <a:ext cx="3486778" cy="0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63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931DD-899A-15E6-6A5B-1648DABD9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78D0E9DA-C0B2-9DD3-0619-1F0532B456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5207" y="1025016"/>
            <a:ext cx="2045931" cy="1381668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7E02F62A-5F41-4A38-F95A-C03C9D11906C}"/>
              </a:ext>
            </a:extLst>
          </p:cNvPr>
          <p:cNvSpPr/>
          <p:nvPr/>
        </p:nvSpPr>
        <p:spPr>
          <a:xfrm>
            <a:off x="569167" y="1045029"/>
            <a:ext cx="1810139" cy="5570053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FA65936-7F49-969B-E00E-31FEC6A327B4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ESTADISTICAS EVENTOS O FERIAS</a:t>
            </a:r>
            <a:endParaRPr lang="es-EC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CAF9FE4-60E2-1D82-5C94-0F643947E0FE}"/>
              </a:ext>
            </a:extLst>
          </p:cNvPr>
          <p:cNvSpPr txBox="1"/>
          <p:nvPr/>
        </p:nvSpPr>
        <p:spPr>
          <a:xfrm>
            <a:off x="573075" y="2696544"/>
            <a:ext cx="1810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CRISTIAN CALDERON</a:t>
            </a:r>
            <a:endParaRPr lang="es-EC" sz="16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318E74E-26C0-AD1F-F067-0368D2A15D17}"/>
              </a:ext>
            </a:extLst>
          </p:cNvPr>
          <p:cNvSpPr txBox="1"/>
          <p:nvPr/>
        </p:nvSpPr>
        <p:spPr>
          <a:xfrm>
            <a:off x="573075" y="3219764"/>
            <a:ext cx="1810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ccalderon@xplora.net</a:t>
            </a:r>
            <a:endParaRPr lang="es-EC" sz="9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76510CA3-6FDE-9A19-97EA-CE64102BC6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593" b="39729"/>
          <a:stretch>
            <a:fillRect/>
          </a:stretch>
        </p:blipFill>
        <p:spPr>
          <a:xfrm>
            <a:off x="642487" y="1082957"/>
            <a:ext cx="1660474" cy="1598921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57080B2-49DF-2328-7795-C5598FBD48E3}"/>
              </a:ext>
            </a:extLst>
          </p:cNvPr>
          <p:cNvSpPr txBox="1"/>
          <p:nvPr/>
        </p:nvSpPr>
        <p:spPr>
          <a:xfrm>
            <a:off x="573075" y="3577936"/>
            <a:ext cx="1810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IDC - UNIVERSITARIA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5F50C8F-BAFA-3402-2FDC-6A6B2897EDCD}"/>
              </a:ext>
            </a:extLst>
          </p:cNvPr>
          <p:cNvSpPr txBox="1"/>
          <p:nvPr/>
        </p:nvSpPr>
        <p:spPr>
          <a:xfrm>
            <a:off x="573075" y="5551361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EVENTOS / FERIAS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CAD399B-9D85-DCAC-C552-09E4D324E72D}"/>
              </a:ext>
            </a:extLst>
          </p:cNvPr>
          <p:cNvSpPr txBox="1"/>
          <p:nvPr/>
        </p:nvSpPr>
        <p:spPr>
          <a:xfrm>
            <a:off x="573075" y="5987715"/>
            <a:ext cx="1810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19 – JUNIO – 2026</a:t>
            </a:r>
          </a:p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10:00 – 16:00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039561D-19A6-B86E-F36A-7CA6CDBD89D6}"/>
              </a:ext>
            </a:extLst>
          </p:cNvPr>
          <p:cNvSpPr txBox="1"/>
          <p:nvPr/>
        </p:nvSpPr>
        <p:spPr>
          <a:xfrm>
            <a:off x="573075" y="3796947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QUITO - ECUADOR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46EFD70-7378-88C2-B707-22BA90FB3C95}"/>
              </a:ext>
            </a:extLst>
          </p:cNvPr>
          <p:cNvSpPr txBox="1"/>
          <p:nvPr/>
        </p:nvSpPr>
        <p:spPr>
          <a:xfrm>
            <a:off x="2595207" y="1114265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INTERACCIONES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F882D35D-D4D4-6378-F75C-604F13A869ED}"/>
              </a:ext>
            </a:extLst>
          </p:cNvPr>
          <p:cNvSpPr txBox="1"/>
          <p:nvPr/>
        </p:nvSpPr>
        <p:spPr>
          <a:xfrm>
            <a:off x="3297214" y="1550229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30 %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97E4E124-0D96-63AA-7BD8-9382CABEC911}"/>
              </a:ext>
            </a:extLst>
          </p:cNvPr>
          <p:cNvSpPr txBox="1"/>
          <p:nvPr/>
        </p:nvSpPr>
        <p:spPr>
          <a:xfrm>
            <a:off x="2660129" y="2032375"/>
            <a:ext cx="1981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100 CLIENTES FUERON AL EVENTO</a:t>
            </a:r>
          </a:p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30 CLIENTES INTERACTUARON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A5985DB3-E8E2-7338-D875-8C4B3BA4C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2404" y="1025016"/>
            <a:ext cx="2045931" cy="1381668"/>
          </a:xfrm>
          <a:prstGeom prst="rect">
            <a:avLst/>
          </a:prstGeom>
        </p:spPr>
      </p:pic>
      <p:pic>
        <p:nvPicPr>
          <p:cNvPr id="100" name="Gráfico 99">
            <a:extLst>
              <a:ext uri="{FF2B5EF4-FFF2-40B4-BE49-F238E27FC236}">
                <a16:creationId xmlns:a16="http://schemas.microsoft.com/office/drawing/2014/main" id="{3F254442-5228-73F8-A1EA-58FDEE05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8938" y="1114265"/>
            <a:ext cx="282931" cy="245207"/>
          </a:xfrm>
          <a:prstGeom prst="rect">
            <a:avLst/>
          </a:prstGeom>
        </p:spPr>
      </p:pic>
      <p:sp>
        <p:nvSpPr>
          <p:cNvPr id="101" name="CuadroTexto 100">
            <a:extLst>
              <a:ext uri="{FF2B5EF4-FFF2-40B4-BE49-F238E27FC236}">
                <a16:creationId xmlns:a16="http://schemas.microsoft.com/office/drawing/2014/main" id="{2E70B24C-3B04-9190-15A2-19F695685C4F}"/>
              </a:ext>
            </a:extLst>
          </p:cNvPr>
          <p:cNvSpPr txBox="1"/>
          <p:nvPr/>
        </p:nvSpPr>
        <p:spPr>
          <a:xfrm>
            <a:off x="4782404" y="1114265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VENTAS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28D2F4C-D6FB-72A4-0718-B7F0C7AFB13F}"/>
              </a:ext>
            </a:extLst>
          </p:cNvPr>
          <p:cNvSpPr txBox="1"/>
          <p:nvPr/>
        </p:nvSpPr>
        <p:spPr>
          <a:xfrm>
            <a:off x="5484411" y="1550229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67 %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F69EFAEA-B298-96E7-0273-27E7048EF833}"/>
              </a:ext>
            </a:extLst>
          </p:cNvPr>
          <p:cNvSpPr txBox="1"/>
          <p:nvPr/>
        </p:nvSpPr>
        <p:spPr>
          <a:xfrm>
            <a:off x="4847326" y="2032375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20 VENTAS EFECTIVAS</a:t>
            </a:r>
          </a:p>
        </p:txBody>
      </p:sp>
      <p:pic>
        <p:nvPicPr>
          <p:cNvPr id="105" name="Gráfico 104">
            <a:extLst>
              <a:ext uri="{FF2B5EF4-FFF2-40B4-BE49-F238E27FC236}">
                <a16:creationId xmlns:a16="http://schemas.microsoft.com/office/drawing/2014/main" id="{296B44D9-FFF2-B980-F34D-C7FEF7972E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9871" y="1108150"/>
            <a:ext cx="230949" cy="263942"/>
          </a:xfrm>
          <a:prstGeom prst="rect">
            <a:avLst/>
          </a:prstGeom>
        </p:spPr>
      </p:pic>
      <p:pic>
        <p:nvPicPr>
          <p:cNvPr id="109" name="Gráfico 108">
            <a:extLst>
              <a:ext uri="{FF2B5EF4-FFF2-40B4-BE49-F238E27FC236}">
                <a16:creationId xmlns:a16="http://schemas.microsoft.com/office/drawing/2014/main" id="{EF879940-86CF-A1C4-BFE3-B1807A93A5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23282" y="2700501"/>
            <a:ext cx="2858230" cy="708625"/>
          </a:xfrm>
          <a:prstGeom prst="rect">
            <a:avLst/>
          </a:prstGeom>
        </p:spPr>
      </p:pic>
      <p:pic>
        <p:nvPicPr>
          <p:cNvPr id="111" name="Gráfico 110">
            <a:extLst>
              <a:ext uri="{FF2B5EF4-FFF2-40B4-BE49-F238E27FC236}">
                <a16:creationId xmlns:a16="http://schemas.microsoft.com/office/drawing/2014/main" id="{54445FB4-9772-2332-0FA6-1573C39372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3281" y="3590880"/>
            <a:ext cx="2858230" cy="708625"/>
          </a:xfrm>
          <a:prstGeom prst="rect">
            <a:avLst/>
          </a:prstGeom>
        </p:spPr>
      </p:pic>
      <p:pic>
        <p:nvPicPr>
          <p:cNvPr id="113" name="Gráfico 112">
            <a:extLst>
              <a:ext uri="{FF2B5EF4-FFF2-40B4-BE49-F238E27FC236}">
                <a16:creationId xmlns:a16="http://schemas.microsoft.com/office/drawing/2014/main" id="{570A875D-07DC-E79D-2033-A53A15B871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9718" y="2569409"/>
            <a:ext cx="3209982" cy="1921530"/>
          </a:xfrm>
          <a:prstGeom prst="rect">
            <a:avLst/>
          </a:prstGeom>
        </p:spPr>
      </p:pic>
      <p:sp>
        <p:nvSpPr>
          <p:cNvPr id="114" name="CuadroTexto 113">
            <a:extLst>
              <a:ext uri="{FF2B5EF4-FFF2-40B4-BE49-F238E27FC236}">
                <a16:creationId xmlns:a16="http://schemas.microsoft.com/office/drawing/2014/main" id="{5ADDE45A-D723-85FA-AC82-52ABA30B6EA1}"/>
              </a:ext>
            </a:extLst>
          </p:cNvPr>
          <p:cNvSpPr txBox="1"/>
          <p:nvPr/>
        </p:nvSpPr>
        <p:spPr>
          <a:xfrm>
            <a:off x="5801647" y="302793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L3250</a:t>
            </a:r>
          </a:p>
        </p:txBody>
      </p: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5FE8546E-42E8-C54D-9A8A-CD095DFD109D}"/>
              </a:ext>
            </a:extLst>
          </p:cNvPr>
          <p:cNvGrpSpPr/>
          <p:nvPr/>
        </p:nvGrpSpPr>
        <p:grpSpPr>
          <a:xfrm>
            <a:off x="6415448" y="2943959"/>
            <a:ext cx="2431998" cy="207268"/>
            <a:chOff x="6501235" y="2831998"/>
            <a:chExt cx="2431998" cy="207268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3AFE937C-E2F7-55E8-21C6-778476A96A4B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5998B034-0652-0D15-9639-CB7D8A8C31B9}"/>
                </a:ext>
              </a:extLst>
            </p:cNvPr>
            <p:cNvSpPr/>
            <p:nvPr/>
          </p:nvSpPr>
          <p:spPr>
            <a:xfrm>
              <a:off x="6501235" y="2836928"/>
              <a:ext cx="198100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31051EC4-C2F9-250E-EDA0-7A26900F4676}"/>
              </a:ext>
            </a:extLst>
          </p:cNvPr>
          <p:cNvSpPr txBox="1"/>
          <p:nvPr/>
        </p:nvSpPr>
        <p:spPr>
          <a:xfrm>
            <a:off x="5801647" y="3291142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L4260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ACA48344-C40C-7BFB-1C4A-0922A68BDB83}"/>
              </a:ext>
            </a:extLst>
          </p:cNvPr>
          <p:cNvSpPr txBox="1"/>
          <p:nvPr/>
        </p:nvSpPr>
        <p:spPr>
          <a:xfrm>
            <a:off x="5801647" y="3543003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L4360</a:t>
            </a: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449392E0-60EE-C557-1085-FA533ABA4ADC}"/>
              </a:ext>
            </a:extLst>
          </p:cNvPr>
          <p:cNvSpPr txBox="1"/>
          <p:nvPr/>
        </p:nvSpPr>
        <p:spPr>
          <a:xfrm>
            <a:off x="5801647" y="3842693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PACK 544</a:t>
            </a: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462EE8C2-7086-6308-A343-58E2191ECECC}"/>
              </a:ext>
            </a:extLst>
          </p:cNvPr>
          <p:cNvSpPr txBox="1"/>
          <p:nvPr/>
        </p:nvSpPr>
        <p:spPr>
          <a:xfrm>
            <a:off x="5801647" y="4151792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PACK 664</a:t>
            </a:r>
          </a:p>
        </p:txBody>
      </p: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BB298334-296F-AFC4-0C76-8E0E4A5683D3}"/>
              </a:ext>
            </a:extLst>
          </p:cNvPr>
          <p:cNvGrpSpPr/>
          <p:nvPr/>
        </p:nvGrpSpPr>
        <p:grpSpPr>
          <a:xfrm>
            <a:off x="6415448" y="3244841"/>
            <a:ext cx="2431998" cy="207268"/>
            <a:chOff x="6501235" y="2831998"/>
            <a:chExt cx="2431998" cy="207268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B58BE4D0-19E4-6793-FDD4-D6F014162D38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47888F4F-0BE6-6DD7-43DF-842A06B6D9B6}"/>
                </a:ext>
              </a:extLst>
            </p:cNvPr>
            <p:cNvSpPr/>
            <p:nvPr/>
          </p:nvSpPr>
          <p:spPr>
            <a:xfrm>
              <a:off x="6501236" y="2836928"/>
              <a:ext cx="1758168" cy="19336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408349A4-C9CA-78DD-6BBD-4FDE75134338}"/>
              </a:ext>
            </a:extLst>
          </p:cNvPr>
          <p:cNvGrpSpPr/>
          <p:nvPr/>
        </p:nvGrpSpPr>
        <p:grpSpPr>
          <a:xfrm>
            <a:off x="6415448" y="3545723"/>
            <a:ext cx="2431998" cy="207268"/>
            <a:chOff x="6501235" y="2831998"/>
            <a:chExt cx="2431998" cy="207268"/>
          </a:xfrm>
        </p:grpSpPr>
        <p:sp>
          <p:nvSpPr>
            <p:cNvPr id="134" name="Rectángulo 133">
              <a:extLst>
                <a:ext uri="{FF2B5EF4-FFF2-40B4-BE49-F238E27FC236}">
                  <a16:creationId xmlns:a16="http://schemas.microsoft.com/office/drawing/2014/main" id="{7292A7A4-3246-EE22-4F2A-A5DD966177C4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209FA83D-6FB4-2B14-FFE2-A53A6D12575F}"/>
                </a:ext>
              </a:extLst>
            </p:cNvPr>
            <p:cNvSpPr/>
            <p:nvPr/>
          </p:nvSpPr>
          <p:spPr>
            <a:xfrm>
              <a:off x="6501235" y="2836928"/>
              <a:ext cx="1519389" cy="1952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9DFEA8C3-E4EE-157E-172B-E69E7F17F6CC}"/>
              </a:ext>
            </a:extLst>
          </p:cNvPr>
          <p:cNvGrpSpPr/>
          <p:nvPr/>
        </p:nvGrpSpPr>
        <p:grpSpPr>
          <a:xfrm>
            <a:off x="6415448" y="3846605"/>
            <a:ext cx="2431998" cy="207268"/>
            <a:chOff x="6501235" y="2831998"/>
            <a:chExt cx="2431998" cy="207268"/>
          </a:xfrm>
        </p:grpSpPr>
        <p:sp>
          <p:nvSpPr>
            <p:cNvPr id="137" name="Rectángulo 136">
              <a:extLst>
                <a:ext uri="{FF2B5EF4-FFF2-40B4-BE49-F238E27FC236}">
                  <a16:creationId xmlns:a16="http://schemas.microsoft.com/office/drawing/2014/main" id="{3E062224-F276-0DF9-3F2C-D90CB5BCAA85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8" name="Rectángulo 137">
              <a:extLst>
                <a:ext uri="{FF2B5EF4-FFF2-40B4-BE49-F238E27FC236}">
                  <a16:creationId xmlns:a16="http://schemas.microsoft.com/office/drawing/2014/main" id="{1D132219-771B-6AAD-0761-65B4D1298B90}"/>
                </a:ext>
              </a:extLst>
            </p:cNvPr>
            <p:cNvSpPr/>
            <p:nvPr/>
          </p:nvSpPr>
          <p:spPr>
            <a:xfrm>
              <a:off x="6501235" y="2836928"/>
              <a:ext cx="128713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D9F79CDE-800C-3F1F-2CE3-499ACEE2C6C6}"/>
              </a:ext>
            </a:extLst>
          </p:cNvPr>
          <p:cNvGrpSpPr/>
          <p:nvPr/>
        </p:nvGrpSpPr>
        <p:grpSpPr>
          <a:xfrm>
            <a:off x="6415448" y="4147488"/>
            <a:ext cx="2431998" cy="207268"/>
            <a:chOff x="6501235" y="2831998"/>
            <a:chExt cx="2431998" cy="207268"/>
          </a:xfrm>
        </p:grpSpPr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80F87DC9-520C-608E-196A-63DC78FC1B7F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41" name="Rectángulo 140">
              <a:extLst>
                <a:ext uri="{FF2B5EF4-FFF2-40B4-BE49-F238E27FC236}">
                  <a16:creationId xmlns:a16="http://schemas.microsoft.com/office/drawing/2014/main" id="{0B53252C-D262-A5C0-41E9-68DE1E9DB4A9}"/>
                </a:ext>
              </a:extLst>
            </p:cNvPr>
            <p:cNvSpPr/>
            <p:nvPr/>
          </p:nvSpPr>
          <p:spPr>
            <a:xfrm>
              <a:off x="6501235" y="2836928"/>
              <a:ext cx="175816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8915B35B-F68D-F38E-990B-76F316FD9B03}"/>
              </a:ext>
            </a:extLst>
          </p:cNvPr>
          <p:cNvSpPr txBox="1"/>
          <p:nvPr/>
        </p:nvSpPr>
        <p:spPr>
          <a:xfrm>
            <a:off x="8526352" y="2948889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7</a:t>
            </a:r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F1C04E8C-E27E-EC73-271E-868D5289DDA7}"/>
              </a:ext>
            </a:extLst>
          </p:cNvPr>
          <p:cNvSpPr txBox="1"/>
          <p:nvPr/>
        </p:nvSpPr>
        <p:spPr>
          <a:xfrm>
            <a:off x="8526352" y="4151792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01E7D3D9-8C0C-1AE6-9E61-E9BC11576684}"/>
              </a:ext>
            </a:extLst>
          </p:cNvPr>
          <p:cNvSpPr txBox="1"/>
          <p:nvPr/>
        </p:nvSpPr>
        <p:spPr>
          <a:xfrm>
            <a:off x="8526352" y="3847800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</a:t>
            </a:r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E64C6E94-E838-0C22-2F90-81EFE9684A03}"/>
              </a:ext>
            </a:extLst>
          </p:cNvPr>
          <p:cNvSpPr txBox="1"/>
          <p:nvPr/>
        </p:nvSpPr>
        <p:spPr>
          <a:xfrm>
            <a:off x="8526352" y="3571970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</a:t>
            </a: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F1B38EF3-85BF-8338-2A53-CF1019401629}"/>
              </a:ext>
            </a:extLst>
          </p:cNvPr>
          <p:cNvSpPr txBox="1"/>
          <p:nvPr/>
        </p:nvSpPr>
        <p:spPr>
          <a:xfrm>
            <a:off x="8526352" y="3250549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</a:t>
            </a:r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ADA759E2-AD71-2306-59FA-FAC018B953C6}"/>
              </a:ext>
            </a:extLst>
          </p:cNvPr>
          <p:cNvSpPr txBox="1"/>
          <p:nvPr/>
        </p:nvSpPr>
        <p:spPr>
          <a:xfrm>
            <a:off x="4244546" y="2951403"/>
            <a:ext cx="11792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L3250</a:t>
            </a:r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632DE64E-E29D-CC94-2C2A-59EE7ADDD84D}"/>
              </a:ext>
            </a:extLst>
          </p:cNvPr>
          <p:cNvSpPr txBox="1"/>
          <p:nvPr/>
        </p:nvSpPr>
        <p:spPr>
          <a:xfrm>
            <a:off x="4146309" y="3181247"/>
            <a:ext cx="1453281" cy="219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SKU CON MAYOR VENTA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0C17FA9B-3475-CF74-A343-15D3F45AFE7F}"/>
              </a:ext>
            </a:extLst>
          </p:cNvPr>
          <p:cNvSpPr txBox="1"/>
          <p:nvPr/>
        </p:nvSpPr>
        <p:spPr>
          <a:xfrm>
            <a:off x="3942270" y="3792619"/>
            <a:ext cx="1783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PACK 544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EAD948C3-7949-25E8-57AD-5F353B423F15}"/>
              </a:ext>
            </a:extLst>
          </p:cNvPr>
          <p:cNvSpPr txBox="1"/>
          <p:nvPr/>
        </p:nvSpPr>
        <p:spPr>
          <a:xfrm>
            <a:off x="4143851" y="4056272"/>
            <a:ext cx="14557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SKU CON MENOR VENTA</a:t>
            </a: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63BC03F9-4C6E-D350-B325-B26EEB6716DB}"/>
              </a:ext>
            </a:extLst>
          </p:cNvPr>
          <p:cNvSpPr txBox="1"/>
          <p:nvPr/>
        </p:nvSpPr>
        <p:spPr>
          <a:xfrm>
            <a:off x="2975368" y="2847365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35 %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A0A52B46-BA73-BEDF-530A-7CC3C4902CB9}"/>
              </a:ext>
            </a:extLst>
          </p:cNvPr>
          <p:cNvSpPr txBox="1"/>
          <p:nvPr/>
        </p:nvSpPr>
        <p:spPr>
          <a:xfrm>
            <a:off x="2972573" y="3697410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10 %</a:t>
            </a:r>
          </a:p>
        </p:txBody>
      </p:sp>
      <p:pic>
        <p:nvPicPr>
          <p:cNvPr id="153" name="Gráfico 152">
            <a:extLst>
              <a:ext uri="{FF2B5EF4-FFF2-40B4-BE49-F238E27FC236}">
                <a16:creationId xmlns:a16="http://schemas.microsoft.com/office/drawing/2014/main" id="{29DEE54A-BA4E-F378-4B53-8937F3AE6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18685" y="4698376"/>
            <a:ext cx="3092954" cy="1921530"/>
          </a:xfrm>
          <a:prstGeom prst="rect">
            <a:avLst/>
          </a:prstGeom>
        </p:spPr>
      </p:pic>
      <p:sp>
        <p:nvSpPr>
          <p:cNvPr id="156" name="Rectángulo 155">
            <a:extLst>
              <a:ext uri="{FF2B5EF4-FFF2-40B4-BE49-F238E27FC236}">
                <a16:creationId xmlns:a16="http://schemas.microsoft.com/office/drawing/2014/main" id="{8C92A116-81E8-C178-55B3-0359B39E0F3E}"/>
              </a:ext>
            </a:extLst>
          </p:cNvPr>
          <p:cNvSpPr/>
          <p:nvPr/>
        </p:nvSpPr>
        <p:spPr>
          <a:xfrm rot="16200000">
            <a:off x="2873917" y="5316480"/>
            <a:ext cx="905791" cy="680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E1FBE8A3-E04D-390F-9277-599A21C62DA9}"/>
              </a:ext>
            </a:extLst>
          </p:cNvPr>
          <p:cNvCxnSpPr>
            <a:cxnSpLocks/>
          </p:cNvCxnSpPr>
          <p:nvPr/>
        </p:nvCxnSpPr>
        <p:spPr>
          <a:xfrm>
            <a:off x="2707405" y="6109492"/>
            <a:ext cx="2909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A3544305-C644-E8F9-2AE9-35B8CC2DE9AC}"/>
              </a:ext>
            </a:extLst>
          </p:cNvPr>
          <p:cNvSpPr/>
          <p:nvPr/>
        </p:nvSpPr>
        <p:spPr>
          <a:xfrm rot="16200000">
            <a:off x="3993439" y="5620112"/>
            <a:ext cx="294514" cy="6802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053CB5FD-E4C5-3527-C6E9-DD9FEA70144D}"/>
              </a:ext>
            </a:extLst>
          </p:cNvPr>
          <p:cNvSpPr txBox="1"/>
          <p:nvPr/>
        </p:nvSpPr>
        <p:spPr>
          <a:xfrm>
            <a:off x="2817360" y="6146315"/>
            <a:ext cx="1010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CLIENTES EN EVENTO</a:t>
            </a:r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753858AF-E158-9AA2-8372-F84AD25AADA6}"/>
              </a:ext>
            </a:extLst>
          </p:cNvPr>
          <p:cNvSpPr txBox="1"/>
          <p:nvPr/>
        </p:nvSpPr>
        <p:spPr>
          <a:xfrm>
            <a:off x="3617947" y="6220596"/>
            <a:ext cx="10473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INTERACCIONES</a:t>
            </a:r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C16F03BC-9D44-9E25-F247-D5203A9C87AB}"/>
              </a:ext>
            </a:extLst>
          </p:cNvPr>
          <p:cNvSpPr txBox="1"/>
          <p:nvPr/>
        </p:nvSpPr>
        <p:spPr>
          <a:xfrm>
            <a:off x="4578718" y="6220596"/>
            <a:ext cx="8086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VENTAS</a:t>
            </a:r>
          </a:p>
        </p:txBody>
      </p: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6726C2F2-B196-EC40-8B62-59A53EE58B34}"/>
              </a:ext>
            </a:extLst>
          </p:cNvPr>
          <p:cNvSpPr/>
          <p:nvPr/>
        </p:nvSpPr>
        <p:spPr>
          <a:xfrm rot="16200000">
            <a:off x="4858160" y="5644278"/>
            <a:ext cx="246189" cy="6802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3D0BAEB3-29FE-A413-03DE-625F2D8283C3}"/>
              </a:ext>
            </a:extLst>
          </p:cNvPr>
          <p:cNvSpPr txBox="1"/>
          <p:nvPr/>
        </p:nvSpPr>
        <p:spPr>
          <a:xfrm>
            <a:off x="3052183" y="4998736"/>
            <a:ext cx="604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100</a:t>
            </a:r>
          </a:p>
        </p:txBody>
      </p: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6930B884-4B26-2287-482A-D54102D18FA7}"/>
              </a:ext>
            </a:extLst>
          </p:cNvPr>
          <p:cNvSpPr txBox="1"/>
          <p:nvPr/>
        </p:nvSpPr>
        <p:spPr>
          <a:xfrm>
            <a:off x="3825167" y="5611414"/>
            <a:ext cx="604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30</a:t>
            </a:r>
          </a:p>
        </p:txBody>
      </p:sp>
      <p:sp>
        <p:nvSpPr>
          <p:cNvPr id="168" name="CuadroTexto 167">
            <a:extLst>
              <a:ext uri="{FF2B5EF4-FFF2-40B4-BE49-F238E27FC236}">
                <a16:creationId xmlns:a16="http://schemas.microsoft.com/office/drawing/2014/main" id="{B47BF6C7-F2C9-A12F-6B0A-FA4DB04EE622}"/>
              </a:ext>
            </a:extLst>
          </p:cNvPr>
          <p:cNvSpPr txBox="1"/>
          <p:nvPr/>
        </p:nvSpPr>
        <p:spPr>
          <a:xfrm>
            <a:off x="4664984" y="5656595"/>
            <a:ext cx="604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20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DF7136-4960-AD77-ECC9-142674031F34}"/>
              </a:ext>
            </a:extLst>
          </p:cNvPr>
          <p:cNvSpPr txBox="1"/>
          <p:nvPr/>
        </p:nvSpPr>
        <p:spPr>
          <a:xfrm>
            <a:off x="5823606" y="2585767"/>
            <a:ext cx="32215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DETALLE VENTAS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C7217808-E003-C3B2-A3B2-81B541031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33852" y="4698376"/>
            <a:ext cx="3205847" cy="19167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D4A68BD-BBEF-2A5A-5555-8ECDD1F44508}"/>
              </a:ext>
            </a:extLst>
          </p:cNvPr>
          <p:cNvSpPr txBox="1"/>
          <p:nvPr/>
        </p:nvSpPr>
        <p:spPr>
          <a:xfrm>
            <a:off x="5925045" y="4759047"/>
            <a:ext cx="3541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E37F3E9-8822-ABE0-585E-A33222B75DFB}"/>
              </a:ext>
            </a:extLst>
          </p:cNvPr>
          <p:cNvSpPr txBox="1"/>
          <p:nvPr/>
        </p:nvSpPr>
        <p:spPr>
          <a:xfrm>
            <a:off x="5931900" y="508132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2A1846-AEBC-4CB0-280F-9E756E801A44}"/>
              </a:ext>
            </a:extLst>
          </p:cNvPr>
          <p:cNvSpPr txBox="1"/>
          <p:nvPr/>
        </p:nvSpPr>
        <p:spPr>
          <a:xfrm>
            <a:off x="5931900" y="5372525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2CB9D57-41DC-54F3-39B9-F8EE4D446B42}"/>
              </a:ext>
            </a:extLst>
          </p:cNvPr>
          <p:cNvSpPr txBox="1"/>
          <p:nvPr/>
        </p:nvSpPr>
        <p:spPr>
          <a:xfrm>
            <a:off x="5931900" y="5689700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FECFB3F-C8FD-DCD4-682F-E4793EA01CEC}"/>
              </a:ext>
            </a:extLst>
          </p:cNvPr>
          <p:cNvSpPr txBox="1"/>
          <p:nvPr/>
        </p:nvSpPr>
        <p:spPr>
          <a:xfrm>
            <a:off x="5953828" y="5986271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420B57B-5E36-3577-7EC9-B6850A783CA2}"/>
              </a:ext>
            </a:extLst>
          </p:cNvPr>
          <p:cNvSpPr txBox="1"/>
          <p:nvPr/>
        </p:nvSpPr>
        <p:spPr>
          <a:xfrm>
            <a:off x="5953828" y="627746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5</a:t>
            </a:r>
          </a:p>
        </p:txBody>
      </p:sp>
    </p:spTree>
    <p:extLst>
      <p:ext uri="{BB962C8B-B14F-4D97-AF65-F5344CB8AC3E}">
        <p14:creationId xmlns:p14="http://schemas.microsoft.com/office/powerpoint/2010/main" val="19757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DBFF9-7ADB-E02C-5C35-D8B87B32F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EE95853-3E1F-C51A-9DD6-809820C9694D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NOMBRE DEL CANAL / O EVENTO</a:t>
            </a:r>
            <a:endParaRPr lang="es-EC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2C3FDAF-1A28-7D96-D5F9-990404479B60}"/>
              </a:ext>
            </a:extLst>
          </p:cNvPr>
          <p:cNvSpPr/>
          <p:nvPr/>
        </p:nvSpPr>
        <p:spPr>
          <a:xfrm>
            <a:off x="242597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1 QUE CORRESPONDE AL PROMOTOR JUNTO A SU STAND CON TODOS LOS MATERIALES Y POP CORRECTAMENTE UBICADOS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AF0DCC-88E7-FFDA-94D6-7B1AB18C8BC7}"/>
              </a:ext>
            </a:extLst>
          </p:cNvPr>
          <p:cNvSpPr/>
          <p:nvPr/>
        </p:nvSpPr>
        <p:spPr>
          <a:xfrm>
            <a:off x="4212223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2 QUE CORRESPONDE AL PROMOTOR EJECUTANDO UNA ATENCIÓN O INTERACCIÓN CON LOS CLIENTES</a:t>
            </a:r>
            <a:endParaRPr lang="es-EC" dirty="0"/>
          </a:p>
          <a:p>
            <a:pPr algn="ctr"/>
            <a:endParaRPr lang="es-EC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F2BB3CD-6D15-32FF-6C1A-09C346C1CCDF}"/>
              </a:ext>
            </a:extLst>
          </p:cNvPr>
          <p:cNvSpPr/>
          <p:nvPr/>
        </p:nvSpPr>
        <p:spPr>
          <a:xfrm>
            <a:off x="8181849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3 QUE CORRESPONDE AL PROMOTOR EJECUTANDO UNA ATENCIÓN O INTERACCIÓN CON LOS CLIENTES</a:t>
            </a:r>
            <a:endParaRPr lang="es-EC" dirty="0"/>
          </a:p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0157548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7" id="{1A24BFC3-9246-43A9-9202-46A3626B0BAA}" vid="{5E73EA85-5525-49DF-8AC0-245BBD36B1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</TotalTime>
  <Words>170</Words>
  <Application>Microsoft Office PowerPoint</Application>
  <PresentationFormat>Panorámica</PresentationFormat>
  <Paragraphs>50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Samsung Sharp Sans</vt:lpstr>
      <vt:lpstr>Segoe UI Variable Display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Moreira</dc:creator>
  <cp:lastModifiedBy>Diego Antonio Constante Benavides</cp:lastModifiedBy>
  <cp:revision>31</cp:revision>
  <dcterms:created xsi:type="dcterms:W3CDTF">2023-12-05T22:05:31Z</dcterms:created>
  <dcterms:modified xsi:type="dcterms:W3CDTF">2026-10-04T00:32:54Z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55eccb-a6cb-4371-9596-60001fa51bf2_Enabled">
    <vt:lpwstr>true</vt:lpwstr>
  </property>
  <property fmtid="{D5CDD505-2E9C-101B-9397-08002B2CF9AE}" pid="3" name="MSIP_Label_fe55eccb-a6cb-4371-9596-60001fa51bf2_SetDate">
    <vt:lpwstr>2023-12-04T18:39:19Z</vt:lpwstr>
  </property>
  <property fmtid="{D5CDD505-2E9C-101B-9397-08002B2CF9AE}" pid="4" name="MSIP_Label_fe55eccb-a6cb-4371-9596-60001fa51bf2_Method">
    <vt:lpwstr>Standard</vt:lpwstr>
  </property>
  <property fmtid="{D5CDD505-2E9C-101B-9397-08002B2CF9AE}" pid="5" name="MSIP_Label_fe55eccb-a6cb-4371-9596-60001fa51bf2_Name">
    <vt:lpwstr>defa4170-0d19-0005-0004-bc88714345d2</vt:lpwstr>
  </property>
  <property fmtid="{D5CDD505-2E9C-101B-9397-08002B2CF9AE}" pid="6" name="MSIP_Label_fe55eccb-a6cb-4371-9596-60001fa51bf2_SiteId">
    <vt:lpwstr>67398f92-bb46-4491-88f2-e8edd58401bd</vt:lpwstr>
  </property>
  <property fmtid="{D5CDD505-2E9C-101B-9397-08002B2CF9AE}" pid="7" name="MSIP_Label_fe55eccb-a6cb-4371-9596-60001fa51bf2_ActionId">
    <vt:lpwstr>25c0adb7-8575-4064-ba52-fe28ec81480a</vt:lpwstr>
  </property>
  <property fmtid="{D5CDD505-2E9C-101B-9397-08002B2CF9AE}" pid="8" name="MSIP_Label_fe55eccb-a6cb-4371-9596-60001fa51bf2_ContentBits">
    <vt:lpwstr>0</vt:lpwstr>
  </property>
</Properties>
</file>