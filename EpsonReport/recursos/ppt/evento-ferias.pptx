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5" r:id="rId4"/>
    <p:sldId id="274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VENTOS O FERIAS" id="{74CA39B5-FC89-4C92-9598-488EEC482022}">
          <p14:sldIdLst>
            <p14:sldId id="28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1035698" y="4350283"/>
            <a:ext cx="3480318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EVENTO HOTEL XXXXXXXX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931DD-899A-15E6-6A5B-1648DABD9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78D0E9DA-C0B2-9DD3-0619-1F0532B456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95207" y="1025016"/>
            <a:ext cx="2045931" cy="1381668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7E02F62A-5F41-4A38-F95A-C03C9D11906C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A65936-7F49-969B-E00E-31FEC6A327B4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EVENTOS O FERIAS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CAF9FE4-60E2-1D82-5C94-0F643947E0FE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318E74E-26C0-AD1F-F067-0368D2A15D17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76510CA3-6FDE-9A19-97EA-CE64102BC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757080B2-49DF-2328-7795-C5598FBD48E3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5F50C8F-BAFA-3402-2FDC-6A6B2897EDCD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EVENTOS / FERIAS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CAD399B-9D85-DCAC-C552-09E4D324E72D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039561D-19A6-B86E-F36A-7CA6CDBD89D6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46EFD70-7378-88C2-B707-22BA90FB3C95}"/>
              </a:ext>
            </a:extLst>
          </p:cNvPr>
          <p:cNvSpPr txBox="1"/>
          <p:nvPr/>
        </p:nvSpPr>
        <p:spPr>
          <a:xfrm>
            <a:off x="2595207" y="1114265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882D35D-D4D4-6378-F75C-604F13A869ED}"/>
              </a:ext>
            </a:extLst>
          </p:cNvPr>
          <p:cNvSpPr txBox="1"/>
          <p:nvPr/>
        </p:nvSpPr>
        <p:spPr>
          <a:xfrm>
            <a:off x="3297214" y="1550229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7E4E124-0D96-63AA-7BD8-9382CABEC911}"/>
              </a:ext>
            </a:extLst>
          </p:cNvPr>
          <p:cNvSpPr txBox="1"/>
          <p:nvPr/>
        </p:nvSpPr>
        <p:spPr>
          <a:xfrm>
            <a:off x="2660129" y="2032375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FUERON AL EVENTO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99" name="Gráfico 98">
            <a:extLst>
              <a:ext uri="{FF2B5EF4-FFF2-40B4-BE49-F238E27FC236}">
                <a16:creationId xmlns:a16="http://schemas.microsoft.com/office/drawing/2014/main" id="{A5985DB3-E8E2-7338-D875-8C4B3BA4C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2404" y="1025016"/>
            <a:ext cx="2045931" cy="1381668"/>
          </a:xfrm>
          <a:prstGeom prst="rect">
            <a:avLst/>
          </a:prstGeom>
        </p:spPr>
      </p:pic>
      <p:pic>
        <p:nvPicPr>
          <p:cNvPr id="100" name="Gráfico 99">
            <a:extLst>
              <a:ext uri="{FF2B5EF4-FFF2-40B4-BE49-F238E27FC236}">
                <a16:creationId xmlns:a16="http://schemas.microsoft.com/office/drawing/2014/main" id="{3F254442-5228-73F8-A1EA-58FDEE0511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8938" y="1114265"/>
            <a:ext cx="282931" cy="245207"/>
          </a:xfrm>
          <a:prstGeom prst="rect">
            <a:avLst/>
          </a:prstGeom>
        </p:spPr>
      </p:pic>
      <p:sp>
        <p:nvSpPr>
          <p:cNvPr id="101" name="CuadroTexto 100">
            <a:extLst>
              <a:ext uri="{FF2B5EF4-FFF2-40B4-BE49-F238E27FC236}">
                <a16:creationId xmlns:a16="http://schemas.microsoft.com/office/drawing/2014/main" id="{2E70B24C-3B04-9190-15A2-19F695685C4F}"/>
              </a:ext>
            </a:extLst>
          </p:cNvPr>
          <p:cNvSpPr txBox="1"/>
          <p:nvPr/>
        </p:nvSpPr>
        <p:spPr>
          <a:xfrm>
            <a:off x="4782404" y="1114265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E28D2F4C-D6FB-72A4-0718-B7F0C7AFB13F}"/>
              </a:ext>
            </a:extLst>
          </p:cNvPr>
          <p:cNvSpPr txBox="1"/>
          <p:nvPr/>
        </p:nvSpPr>
        <p:spPr>
          <a:xfrm>
            <a:off x="5484411" y="1550229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F69EFAEA-B298-96E7-0273-27E7048EF833}"/>
              </a:ext>
            </a:extLst>
          </p:cNvPr>
          <p:cNvSpPr txBox="1"/>
          <p:nvPr/>
        </p:nvSpPr>
        <p:spPr>
          <a:xfrm>
            <a:off x="4847326" y="203237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105" name="Gráfico 104">
            <a:extLst>
              <a:ext uri="{FF2B5EF4-FFF2-40B4-BE49-F238E27FC236}">
                <a16:creationId xmlns:a16="http://schemas.microsoft.com/office/drawing/2014/main" id="{296B44D9-FFF2-B980-F34D-C7FEF7972E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9871" y="1108150"/>
            <a:ext cx="230949" cy="263942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EF879940-86CF-A1C4-BFE3-B1807A93A5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54445FB4-9772-2332-0FA6-1573C39372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570A875D-07DC-E79D-2033-A53A15B87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5ADDE45A-D723-85FA-AC82-52ABA30B6EA1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5FE8546E-42E8-C54D-9A8A-CD095DFD109D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3AFE937C-E2F7-55E8-21C6-778476A96A4B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5998B034-0652-0D15-9639-CB7D8A8C31B9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31051EC4-C2F9-250E-EDA0-7A26900F4676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ACA48344-C40C-7BFB-1C4A-0922A68BDB83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449392E0-60EE-C557-1085-FA533ABA4ADC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462EE8C2-7086-6308-A343-58E2191ECECC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BB298334-296F-AFC4-0C76-8E0E4A5683D3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B58BE4D0-19E4-6793-FDD4-D6F014162D38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47888F4F-0BE6-6DD7-43DF-842A06B6D9B6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408349A4-C9CA-78DD-6BBD-4FDE75134338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7292A7A4-3246-EE22-4F2A-A5DD966177C4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209FA83D-6FB4-2B14-FFE2-A53A6D12575F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9DFEA8C3-E4EE-157E-172B-E69E7F17F6CC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3E062224-F276-0DF9-3F2C-D90CB5BCAA85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1D132219-771B-6AAD-0761-65B4D1298B90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D9F79CDE-800C-3F1F-2CE3-499ACEE2C6C6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80F87DC9-520C-608E-196A-63DC78FC1B7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0B53252C-D262-A5C0-41E9-68DE1E9DB4A9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8915B35B-F68D-F38E-990B-76F316FD9B03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F1C04E8C-E27E-EC73-271E-868D5289DDA7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01E7D3D9-8C0C-1AE6-9E61-E9BC11576684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E64C6E94-E838-0C22-2F90-81EFE9684A03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F1B38EF3-85BF-8338-2A53-CF1019401629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ADA759E2-AD71-2306-59FA-FAC018B953C6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632DE64E-E29D-CC94-2C2A-59EE7ADDD84D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C17FA9B-3475-CF74-A343-15D3F45AFE7F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EAD948C3-7949-25E8-57AD-5F353B423F15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63BC03F9-4C6E-D350-B325-B26EEB6716DB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A0A52B46-BA73-BEDF-530A-7CC3C4902CB9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29DEE54A-BA4E-F378-4B53-8937F3AE6F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8C92A116-81E8-C178-55B3-0359B39E0F3E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E1FBE8A3-E04D-390F-9277-599A21C62DA9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A3544305-C644-E8F9-2AE9-35B8CC2DE9AC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053CB5FD-E4C5-3527-C6E9-DD9FEA70144D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EVENTO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753858AF-E158-9AA2-8372-F84AD25AADA6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C16F03BC-9D44-9E25-F247-D5203A9C87AB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164" name="Rectángulo 163">
            <a:extLst>
              <a:ext uri="{FF2B5EF4-FFF2-40B4-BE49-F238E27FC236}">
                <a16:creationId xmlns:a16="http://schemas.microsoft.com/office/drawing/2014/main" id="{6726C2F2-B196-EC40-8B62-59A53EE58B34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3D0BAEB3-29FE-A413-03DE-625F2D8283C3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6930B884-4B26-2287-482A-D54102D18FA7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47BF6C7-F2C9-A12F-6B0A-FA4DB04EE622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DF7136-4960-AD77-ECC9-142674031F34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C7217808-E003-C3B2-A3B2-81B541031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D4A68BD-BBEF-2A5A-5555-8ECDD1F44508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E37F3E9-8822-ABE0-585E-A33222B75DFB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2A1846-AEBC-4CB0-280F-9E756E801A44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2CB9D57-41DC-54F3-39B9-F8EE4D446B42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FECFB3F-C8FD-DCD4-682F-E4793EA01CEC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420B57B-5E36-3577-7EC9-B6850A783CA2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19757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DBFF9-7ADB-E02C-5C35-D8B87B32F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EE95853-3E1F-C51A-9DD6-809820C9694D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</a:t>
            </a:r>
            <a:endParaRPr lang="es-EC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2C3FDAF-1A28-7D96-D5F9-990404479B60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 SU STAND CON TODOS LOS MATERIALES Y POP CORRECTAMENTE UBICADOS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AAF0DCC-88E7-FFDA-94D6-7B1AB18C8BC7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F2BB3CD-6D15-32FF-6C1A-09C346C1CCDF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0157548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729</TotalTime>
  <Words>170</Words>
  <Application>Microsoft Office PowerPoint</Application>
  <PresentationFormat>Panorámica</PresentationFormat>
  <Paragraphs>50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2026-06-29T22:15:47Z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