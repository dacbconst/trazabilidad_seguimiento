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2" r:id="rId4"/>
    <p:sldId id="287" r:id="rId5"/>
    <p:sldId id="288" r:id="rId6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COLOCACION DE POP" id="{3D96EB4A-5496-4765-AD52-E6EDD01494E2}">
          <p14:sldIdLst>
            <p14:sldId id="282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COLOCACION DE POP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 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3" name="Imagen 2" descr="Epson-Logo – Specialised Imaging Solutions Limited">
            <a:extLst>
              <a:ext uri="{FF2B5EF4-FFF2-40B4-BE49-F238E27FC236}">
                <a16:creationId xmlns:a16="http://schemas.microsoft.com/office/drawing/2014/main" id="{3133036D-5822-2497-DDEB-9024BB3EE2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69" r="314" b="27720"/>
          <a:stretch>
            <a:fillRect/>
          </a:stretch>
        </p:blipFill>
        <p:spPr>
          <a:xfrm>
            <a:off x="3842079" y="2413165"/>
            <a:ext cx="4507842" cy="1238568"/>
          </a:xfrm>
          <a:prstGeom prst="rect">
            <a:avLst/>
          </a:prstGeom>
        </p:spPr>
      </p:pic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D61D1E7E-62BF-49C3-3C0C-DE7D37A044E5}"/>
              </a:ext>
            </a:extLst>
          </p:cNvPr>
          <p:cNvCxnSpPr/>
          <p:nvPr/>
        </p:nvCxnSpPr>
        <p:spPr>
          <a:xfrm>
            <a:off x="4256297" y="3825551"/>
            <a:ext cx="3486778" cy="0"/>
          </a:xfrm>
          <a:prstGeom prst="line">
            <a:avLst/>
          </a:prstGeom>
          <a:ln w="571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3988B-2C76-E406-01CB-068B93499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AF2AB89-682A-56D7-88B7-7CB325C8FD3B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DETALLE DE POP RECIBIDO</a:t>
            </a:r>
            <a:endParaRPr lang="es-EC" dirty="0"/>
          </a:p>
        </p:txBody>
      </p:sp>
      <p:sp>
        <p:nvSpPr>
          <p:cNvPr id="90" name="Area tabla"/>
          <p:cNvSpPr/>
          <p:nvPr/>
        </p:nvSpPr>
        <p:spPr>
          <a:xfrm>
            <a:off x="499218" y="1250000"/>
            <a:ext cx="11193564" cy="52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03219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319E-7CD3-80CE-78E6-F4D969A1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61C497-1CF5-868D-D25B-D9B51D159B8C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DETALLE DE POP RECIBIDO</a:t>
            </a:r>
            <a:endParaRPr lang="es-EC" dirty="0"/>
          </a:p>
        </p:txBody>
      </p:sp>
      <p:sp>
        <p:nvSpPr>
          <p:cNvPr id="90" name="Area tabla"/>
          <p:cNvSpPr/>
          <p:nvPr/>
        </p:nvSpPr>
        <p:spPr>
          <a:xfrm>
            <a:off x="499218" y="1250000"/>
            <a:ext cx="11193564" cy="52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750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16029-C59F-0126-58ED-0C792001B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C6C3557-619D-30B8-E5D2-3495AF1D59E0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0E19F27-EA8E-4DAC-0273-A49339925434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A1FD0F5-E4B1-1610-1345-9875C85CDDC9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 LA CORRECTA IMPLEMENTACION DEL MATERIAL POP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3DB2F9E-8DEA-6934-489B-C52FF6684894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 LA CORRECTA IMPLEMENTACION DEL MATERIAL POP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08BF438-68DC-9D31-29AA-625D75E191BF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 LA CORRECTA IMPLEMENTACION DEL MATERIAL POP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7770973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730</TotalTime>
  <Words>72</Words>
  <Application>Microsoft Office PowerPoint</Application>
  <PresentationFormat>Panorámica</PresentationFormat>
  <Paragraphs>9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Diego Antonio Constante Benavides</cp:lastModifiedBy>
  <cp:revision>31</cp:revision>
  <dcterms:created xsi:type="dcterms:W3CDTF">2023-12-05T22:05:31Z</dcterms:created>
  <dcterms:modified xsi:type="dcterms:W3CDTF">2026-10-04T00:14:22Z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