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2" r:id="rId4"/>
    <p:sldId id="287" r:id="rId5"/>
    <p:sldId id="288" r:id="rId6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COLOCACION DE POP" id="{3D96EB4A-5496-4765-AD52-E6EDD01494E2}">
          <p14:sldIdLst>
            <p14:sldId id="282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ráfico logo">
            <a:extLst/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COLOCACION DE POP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3988B-2C76-E406-01CB-068B93499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AF2AB89-682A-56D7-88B7-7CB325C8FD3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DETALLE DE POP RECIBIDO</a:t>
            </a:r>
            <a:endParaRPr lang="es-EC" dirty="0"/>
          </a:p>
        </p:txBody>
      </p:sp>
      <p:sp>
        <p:nvSpPr>
          <p:cNvPr id="90" name="Area tabla"/>
          <p:cNvSpPr/>
          <p:nvPr/>
        </p:nvSpPr>
        <p:spPr>
          <a:xfrm>
            <a:off x="499218" y="1250000"/>
            <a:ext cx="11193564" cy="52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03219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D319E-7CD3-80CE-78E6-F4D969A12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61C497-1CF5-868D-D25B-D9B51D159B8C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DETALLE DE POP RECIBIDO</a:t>
            </a:r>
            <a:endParaRPr lang="es-EC" dirty="0"/>
          </a:p>
        </p:txBody>
      </p:sp>
      <p:sp>
        <p:nvSpPr>
          <p:cNvPr id="90" name="Area tabla"/>
          <p:cNvSpPr/>
          <p:nvPr/>
        </p:nvSpPr>
        <p:spPr>
          <a:xfrm>
            <a:off x="499218" y="1250000"/>
            <a:ext cx="11193564" cy="5258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750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16029-C59F-0126-58ED-0C792001B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C6C3557-619D-30B8-E5D2-3495AF1D59E0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0E19F27-EA8E-4DAC-0273-A49339925434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A1FD0F5-E4B1-1610-1345-9875C85CDDC9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LA CORRECTA IMPLEMENTACION DEL MATERIAL POP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3DB2F9E-8DEA-6934-489B-C52FF6684894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CORRECTA IMPLEMENTACION DEL MATERIAL POP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08BF438-68DC-9D31-29AA-625D75E191BF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CORRECTA IMPLEMENTACION DEL MATERIAL POP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7770973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730</TotalTime>
  <Words>72</Words>
  <Application>Microsoft Office PowerPoint</Application>
  <PresentationFormat>Panorámica</PresentationFormat>
  <Paragraphs>9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2026-06-29T20:54:04Z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