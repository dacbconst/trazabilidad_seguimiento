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3" r:id="rId4"/>
    <p:sldId id="272" r:id="rId5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EXHIBICIONES QUE INSPIRAN" id="{AD82E87E-2E06-40B5-9292-128F20C0E821}">
          <p14:sldIdLst>
            <p14:sldId id="283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1110343" y="4350283"/>
            <a:ext cx="3442995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EXHIBICIONES QUE INSPIRAN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B5C9A-F0EC-1B39-392D-6143725A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41313014-4D70-ACF7-8723-982A379EAE28}"/>
              </a:ext>
            </a:extLst>
          </p:cNvPr>
          <p:cNvSpPr/>
          <p:nvPr/>
        </p:nvSpPr>
        <p:spPr>
          <a:xfrm>
            <a:off x="569167" y="1045029"/>
            <a:ext cx="1810139" cy="5570053"/>
          </a:xfrm>
          <a:prstGeom prst="rect">
            <a:avLst/>
          </a:prstGeom>
          <a:solidFill>
            <a:srgbClr val="164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59FA058-98DF-CD0A-DDAE-2E36D4889567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ESTADISTICAS EXHIBICIONES QUE INSPIRAN</a:t>
            </a:r>
            <a:endParaRPr lang="es-EC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74F2616-DB97-1EEA-9415-7AFB161D5C7B}"/>
              </a:ext>
            </a:extLst>
          </p:cNvPr>
          <p:cNvSpPr txBox="1"/>
          <p:nvPr/>
        </p:nvSpPr>
        <p:spPr>
          <a:xfrm>
            <a:off x="573075" y="2696544"/>
            <a:ext cx="18101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CRISTIAN CALDERON</a:t>
            </a:r>
            <a:endParaRPr lang="es-EC" sz="16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4A81F7C-D840-1F15-B257-C4CD15CD3C8C}"/>
              </a:ext>
            </a:extLst>
          </p:cNvPr>
          <p:cNvSpPr txBox="1"/>
          <p:nvPr/>
        </p:nvSpPr>
        <p:spPr>
          <a:xfrm>
            <a:off x="573075" y="3219764"/>
            <a:ext cx="18101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ccalderon@xplora.net</a:t>
            </a:r>
            <a:endParaRPr lang="es-EC" sz="9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20" name="Gráfico 19">
            <a:extLst>
              <a:ext uri="{FF2B5EF4-FFF2-40B4-BE49-F238E27FC236}">
                <a16:creationId xmlns:a16="http://schemas.microsoft.com/office/drawing/2014/main" id="{8B04E58A-C462-FB80-A4DF-F47CF90405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6593" b="39729"/>
          <a:stretch>
            <a:fillRect/>
          </a:stretch>
        </p:blipFill>
        <p:spPr>
          <a:xfrm>
            <a:off x="642487" y="1082957"/>
            <a:ext cx="1660474" cy="1598921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34BEF9DD-5306-27E9-00F5-DBDCB55E787D}"/>
              </a:ext>
            </a:extLst>
          </p:cNvPr>
          <p:cNvSpPr txBox="1"/>
          <p:nvPr/>
        </p:nvSpPr>
        <p:spPr>
          <a:xfrm>
            <a:off x="573075" y="3577936"/>
            <a:ext cx="1810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IDC - UNIVERSITARIA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397B902-63C3-C9F8-CACA-DE37C9AC0D05}"/>
              </a:ext>
            </a:extLst>
          </p:cNvPr>
          <p:cNvSpPr txBox="1"/>
          <p:nvPr/>
        </p:nvSpPr>
        <p:spPr>
          <a:xfrm>
            <a:off x="573075" y="5551361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EXHIBICION INSPIRA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757744C4-F39A-1B2A-8CCB-A50EAA8E45DE}"/>
              </a:ext>
            </a:extLst>
          </p:cNvPr>
          <p:cNvSpPr txBox="1"/>
          <p:nvPr/>
        </p:nvSpPr>
        <p:spPr>
          <a:xfrm>
            <a:off x="573075" y="5987715"/>
            <a:ext cx="18101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19 – JUNIO – 2026</a:t>
            </a:r>
          </a:p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10:00 – 16:00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EB62EEF-EB3E-2E1D-893C-1E0A1A32B9B4}"/>
              </a:ext>
            </a:extLst>
          </p:cNvPr>
          <p:cNvSpPr txBox="1"/>
          <p:nvPr/>
        </p:nvSpPr>
        <p:spPr>
          <a:xfrm>
            <a:off x="573075" y="3796947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QUITO - ECUADOR</a:t>
            </a:r>
          </a:p>
        </p:txBody>
      </p:sp>
      <p:pic>
        <p:nvPicPr>
          <p:cNvPr id="113" name="Gráfico 112">
            <a:extLst>
              <a:ext uri="{FF2B5EF4-FFF2-40B4-BE49-F238E27FC236}">
                <a16:creationId xmlns:a16="http://schemas.microsoft.com/office/drawing/2014/main" id="{201AE3CC-9098-040E-520C-65EDE93B11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8369" y="1046605"/>
            <a:ext cx="4241843" cy="1921530"/>
          </a:xfrm>
          <a:prstGeom prst="rect">
            <a:avLst/>
          </a:prstGeom>
        </p:spPr>
      </p:pic>
      <p:sp>
        <p:nvSpPr>
          <p:cNvPr id="114" name="CuadroTexto 113">
            <a:extLst>
              <a:ext uri="{FF2B5EF4-FFF2-40B4-BE49-F238E27FC236}">
                <a16:creationId xmlns:a16="http://schemas.microsoft.com/office/drawing/2014/main" id="{A05FAEFF-EEB3-81AA-45C9-CD8022455B0B}"/>
              </a:ext>
            </a:extLst>
          </p:cNvPr>
          <p:cNvSpPr txBox="1"/>
          <p:nvPr/>
        </p:nvSpPr>
        <p:spPr>
          <a:xfrm>
            <a:off x="2636954" y="148647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CABECERAS</a:t>
            </a:r>
          </a:p>
        </p:txBody>
      </p:sp>
      <p:grpSp>
        <p:nvGrpSpPr>
          <p:cNvPr id="129" name="Grupo 128">
            <a:extLst>
              <a:ext uri="{FF2B5EF4-FFF2-40B4-BE49-F238E27FC236}">
                <a16:creationId xmlns:a16="http://schemas.microsoft.com/office/drawing/2014/main" id="{C93E2690-06D1-CD83-88B0-A8E3E66AFE01}"/>
              </a:ext>
            </a:extLst>
          </p:cNvPr>
          <p:cNvGrpSpPr/>
          <p:nvPr/>
        </p:nvGrpSpPr>
        <p:grpSpPr>
          <a:xfrm>
            <a:off x="4202477" y="1421155"/>
            <a:ext cx="2431998" cy="207268"/>
            <a:chOff x="6501235" y="2831998"/>
            <a:chExt cx="2431998" cy="207268"/>
          </a:xfrm>
        </p:grpSpPr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961475F5-3D34-1F10-CDA9-3F374C390856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16" name="Rectángulo 115">
              <a:extLst>
                <a:ext uri="{FF2B5EF4-FFF2-40B4-BE49-F238E27FC236}">
                  <a16:creationId xmlns:a16="http://schemas.microsoft.com/office/drawing/2014/main" id="{F01AAEE4-19B8-1371-DD87-1DA0E7DD0DF6}"/>
                </a:ext>
              </a:extLst>
            </p:cNvPr>
            <p:cNvSpPr/>
            <p:nvPr/>
          </p:nvSpPr>
          <p:spPr>
            <a:xfrm>
              <a:off x="6501235" y="2836928"/>
              <a:ext cx="198100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10F77403-6B49-BCBA-2BA4-A1E36071B129}"/>
              </a:ext>
            </a:extLst>
          </p:cNvPr>
          <p:cNvSpPr txBox="1"/>
          <p:nvPr/>
        </p:nvSpPr>
        <p:spPr>
          <a:xfrm>
            <a:off x="2636954" y="1749676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RUMAS</a:t>
            </a:r>
          </a:p>
        </p:txBody>
      </p:sp>
      <p:sp>
        <p:nvSpPr>
          <p:cNvPr id="126" name="CuadroTexto 125">
            <a:extLst>
              <a:ext uri="{FF2B5EF4-FFF2-40B4-BE49-F238E27FC236}">
                <a16:creationId xmlns:a16="http://schemas.microsoft.com/office/drawing/2014/main" id="{95D70526-A241-F191-E3A8-537C3EDDDAC9}"/>
              </a:ext>
            </a:extLst>
          </p:cNvPr>
          <p:cNvSpPr txBox="1"/>
          <p:nvPr/>
        </p:nvSpPr>
        <p:spPr>
          <a:xfrm>
            <a:off x="2636954" y="2001537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MUEBLES</a:t>
            </a: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EE430618-AC7E-8272-D442-C25F8C7916D8}"/>
              </a:ext>
            </a:extLst>
          </p:cNvPr>
          <p:cNvSpPr txBox="1"/>
          <p:nvPr/>
        </p:nvSpPr>
        <p:spPr>
          <a:xfrm>
            <a:off x="2636954" y="2301227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EXH. REGULAR</a:t>
            </a:r>
          </a:p>
        </p:txBody>
      </p:sp>
      <p:sp>
        <p:nvSpPr>
          <p:cNvPr id="128" name="CuadroTexto 127">
            <a:extLst>
              <a:ext uri="{FF2B5EF4-FFF2-40B4-BE49-F238E27FC236}">
                <a16:creationId xmlns:a16="http://schemas.microsoft.com/office/drawing/2014/main" id="{6F2FC965-00B8-366D-473F-FDE88DE1D7BA}"/>
              </a:ext>
            </a:extLst>
          </p:cNvPr>
          <p:cNvSpPr txBox="1"/>
          <p:nvPr/>
        </p:nvSpPr>
        <p:spPr>
          <a:xfrm>
            <a:off x="2636954" y="2610326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OTRAS</a:t>
            </a:r>
          </a:p>
        </p:txBody>
      </p:sp>
      <p:grpSp>
        <p:nvGrpSpPr>
          <p:cNvPr id="130" name="Grupo 129">
            <a:extLst>
              <a:ext uri="{FF2B5EF4-FFF2-40B4-BE49-F238E27FC236}">
                <a16:creationId xmlns:a16="http://schemas.microsoft.com/office/drawing/2014/main" id="{4D2F44E0-437D-5D69-071C-A016B675CC31}"/>
              </a:ext>
            </a:extLst>
          </p:cNvPr>
          <p:cNvGrpSpPr/>
          <p:nvPr/>
        </p:nvGrpSpPr>
        <p:grpSpPr>
          <a:xfrm>
            <a:off x="4202477" y="1722037"/>
            <a:ext cx="2431998" cy="207268"/>
            <a:chOff x="6501235" y="2831998"/>
            <a:chExt cx="2431998" cy="207268"/>
          </a:xfrm>
        </p:grpSpPr>
        <p:sp>
          <p:nvSpPr>
            <p:cNvPr id="131" name="Rectángulo 130">
              <a:extLst>
                <a:ext uri="{FF2B5EF4-FFF2-40B4-BE49-F238E27FC236}">
                  <a16:creationId xmlns:a16="http://schemas.microsoft.com/office/drawing/2014/main" id="{FDDEEC74-FC12-AC34-E1F4-5AB35A838197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2" name="Rectángulo 131">
              <a:extLst>
                <a:ext uri="{FF2B5EF4-FFF2-40B4-BE49-F238E27FC236}">
                  <a16:creationId xmlns:a16="http://schemas.microsoft.com/office/drawing/2014/main" id="{ECEC58EC-FE1A-C917-3AAC-271E8E96DE94}"/>
                </a:ext>
              </a:extLst>
            </p:cNvPr>
            <p:cNvSpPr/>
            <p:nvPr/>
          </p:nvSpPr>
          <p:spPr>
            <a:xfrm>
              <a:off x="6501236" y="2836928"/>
              <a:ext cx="1758168" cy="19336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3" name="Grupo 132">
            <a:extLst>
              <a:ext uri="{FF2B5EF4-FFF2-40B4-BE49-F238E27FC236}">
                <a16:creationId xmlns:a16="http://schemas.microsoft.com/office/drawing/2014/main" id="{82318699-FC28-D73A-106D-C6037D107ACA}"/>
              </a:ext>
            </a:extLst>
          </p:cNvPr>
          <p:cNvGrpSpPr/>
          <p:nvPr/>
        </p:nvGrpSpPr>
        <p:grpSpPr>
          <a:xfrm>
            <a:off x="4202477" y="2022919"/>
            <a:ext cx="2431998" cy="207268"/>
            <a:chOff x="6501235" y="2831998"/>
            <a:chExt cx="2431998" cy="207268"/>
          </a:xfrm>
        </p:grpSpPr>
        <p:sp>
          <p:nvSpPr>
            <p:cNvPr id="134" name="Rectángulo 133">
              <a:extLst>
                <a:ext uri="{FF2B5EF4-FFF2-40B4-BE49-F238E27FC236}">
                  <a16:creationId xmlns:a16="http://schemas.microsoft.com/office/drawing/2014/main" id="{C13612A7-B28B-C0FF-BD4D-9A46498D8520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5" name="Rectángulo 134">
              <a:extLst>
                <a:ext uri="{FF2B5EF4-FFF2-40B4-BE49-F238E27FC236}">
                  <a16:creationId xmlns:a16="http://schemas.microsoft.com/office/drawing/2014/main" id="{B9D4EC22-35BF-29E5-A221-49A70F9ADB01}"/>
                </a:ext>
              </a:extLst>
            </p:cNvPr>
            <p:cNvSpPr/>
            <p:nvPr/>
          </p:nvSpPr>
          <p:spPr>
            <a:xfrm>
              <a:off x="6501235" y="2836928"/>
              <a:ext cx="1519389" cy="1952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6" name="Grupo 135">
            <a:extLst>
              <a:ext uri="{FF2B5EF4-FFF2-40B4-BE49-F238E27FC236}">
                <a16:creationId xmlns:a16="http://schemas.microsoft.com/office/drawing/2014/main" id="{4659BC94-43E3-DA54-58EE-471AB44AAEE7}"/>
              </a:ext>
            </a:extLst>
          </p:cNvPr>
          <p:cNvGrpSpPr/>
          <p:nvPr/>
        </p:nvGrpSpPr>
        <p:grpSpPr>
          <a:xfrm>
            <a:off x="4202477" y="2323801"/>
            <a:ext cx="2431998" cy="207268"/>
            <a:chOff x="6501235" y="2831998"/>
            <a:chExt cx="2431998" cy="207268"/>
          </a:xfrm>
        </p:grpSpPr>
        <p:sp>
          <p:nvSpPr>
            <p:cNvPr id="137" name="Rectángulo 136">
              <a:extLst>
                <a:ext uri="{FF2B5EF4-FFF2-40B4-BE49-F238E27FC236}">
                  <a16:creationId xmlns:a16="http://schemas.microsoft.com/office/drawing/2014/main" id="{F6F9ABB1-D2A9-1086-1C73-7FBB5F3B45D7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8" name="Rectángulo 137">
              <a:extLst>
                <a:ext uri="{FF2B5EF4-FFF2-40B4-BE49-F238E27FC236}">
                  <a16:creationId xmlns:a16="http://schemas.microsoft.com/office/drawing/2014/main" id="{A8F85439-3632-98A6-699C-F12A147373EC}"/>
                </a:ext>
              </a:extLst>
            </p:cNvPr>
            <p:cNvSpPr/>
            <p:nvPr/>
          </p:nvSpPr>
          <p:spPr>
            <a:xfrm>
              <a:off x="6501235" y="2836928"/>
              <a:ext cx="128713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9" name="Grupo 138">
            <a:extLst>
              <a:ext uri="{FF2B5EF4-FFF2-40B4-BE49-F238E27FC236}">
                <a16:creationId xmlns:a16="http://schemas.microsoft.com/office/drawing/2014/main" id="{C20F3B23-FC72-1876-732A-2DE2A333E1E2}"/>
              </a:ext>
            </a:extLst>
          </p:cNvPr>
          <p:cNvGrpSpPr/>
          <p:nvPr/>
        </p:nvGrpSpPr>
        <p:grpSpPr>
          <a:xfrm>
            <a:off x="4202477" y="2624684"/>
            <a:ext cx="2431998" cy="207268"/>
            <a:chOff x="6501235" y="2831998"/>
            <a:chExt cx="2431998" cy="207268"/>
          </a:xfrm>
        </p:grpSpPr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12666F1B-F14B-766E-6B8F-B6C979088B52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41" name="Rectángulo 140">
              <a:extLst>
                <a:ext uri="{FF2B5EF4-FFF2-40B4-BE49-F238E27FC236}">
                  <a16:creationId xmlns:a16="http://schemas.microsoft.com/office/drawing/2014/main" id="{DBAF940A-0FEF-F2F3-C66A-2C61A55D0793}"/>
                </a:ext>
              </a:extLst>
            </p:cNvPr>
            <p:cNvSpPr/>
            <p:nvPr/>
          </p:nvSpPr>
          <p:spPr>
            <a:xfrm>
              <a:off x="6501235" y="2836928"/>
              <a:ext cx="175816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142" name="CuadroTexto 141">
            <a:extLst>
              <a:ext uri="{FF2B5EF4-FFF2-40B4-BE49-F238E27FC236}">
                <a16:creationId xmlns:a16="http://schemas.microsoft.com/office/drawing/2014/main" id="{048E5C31-7271-8436-6DFB-BF4C6448BACF}"/>
              </a:ext>
            </a:extLst>
          </p:cNvPr>
          <p:cNvSpPr txBox="1"/>
          <p:nvPr/>
        </p:nvSpPr>
        <p:spPr>
          <a:xfrm>
            <a:off x="6313381" y="1426085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7</a:t>
            </a:r>
          </a:p>
        </p:txBody>
      </p:sp>
      <p:sp>
        <p:nvSpPr>
          <p:cNvPr id="143" name="CuadroTexto 142">
            <a:extLst>
              <a:ext uri="{FF2B5EF4-FFF2-40B4-BE49-F238E27FC236}">
                <a16:creationId xmlns:a16="http://schemas.microsoft.com/office/drawing/2014/main" id="{94400BD0-8D2C-AD8A-1414-24ADB0864479}"/>
              </a:ext>
            </a:extLst>
          </p:cNvPr>
          <p:cNvSpPr txBox="1"/>
          <p:nvPr/>
        </p:nvSpPr>
        <p:spPr>
          <a:xfrm>
            <a:off x="6313381" y="2628988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144" name="CuadroTexto 143">
            <a:extLst>
              <a:ext uri="{FF2B5EF4-FFF2-40B4-BE49-F238E27FC236}">
                <a16:creationId xmlns:a16="http://schemas.microsoft.com/office/drawing/2014/main" id="{7E73C572-6F3A-634C-E5D8-B2714AB914A4}"/>
              </a:ext>
            </a:extLst>
          </p:cNvPr>
          <p:cNvSpPr txBox="1"/>
          <p:nvPr/>
        </p:nvSpPr>
        <p:spPr>
          <a:xfrm>
            <a:off x="6313381" y="2324996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</a:t>
            </a:r>
          </a:p>
        </p:txBody>
      </p:sp>
      <p:sp>
        <p:nvSpPr>
          <p:cNvPr id="145" name="CuadroTexto 144">
            <a:extLst>
              <a:ext uri="{FF2B5EF4-FFF2-40B4-BE49-F238E27FC236}">
                <a16:creationId xmlns:a16="http://schemas.microsoft.com/office/drawing/2014/main" id="{B1043997-46A0-404C-19EF-4774EB8E50ED}"/>
              </a:ext>
            </a:extLst>
          </p:cNvPr>
          <p:cNvSpPr txBox="1"/>
          <p:nvPr/>
        </p:nvSpPr>
        <p:spPr>
          <a:xfrm>
            <a:off x="6313381" y="2049166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</a:t>
            </a:r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B04A2C5B-2144-A3D3-E087-AE5489FF0852}"/>
              </a:ext>
            </a:extLst>
          </p:cNvPr>
          <p:cNvSpPr txBox="1"/>
          <p:nvPr/>
        </p:nvSpPr>
        <p:spPr>
          <a:xfrm>
            <a:off x="6313381" y="1727745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152F9D3-B9C9-457A-50C0-6715DBBE9073}"/>
              </a:ext>
            </a:extLst>
          </p:cNvPr>
          <p:cNvSpPr txBox="1"/>
          <p:nvPr/>
        </p:nvSpPr>
        <p:spPr>
          <a:xfrm>
            <a:off x="2612258" y="1062963"/>
            <a:ext cx="32215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EXHIBICIONES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F2C854E5-3720-1301-7ED2-4D8CD5FB31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8005" y="3100204"/>
            <a:ext cx="3205847" cy="1916706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9E02029-3DC2-6A3C-40FE-9BCECA7BB5DB}"/>
              </a:ext>
            </a:extLst>
          </p:cNvPr>
          <p:cNvSpPr txBox="1"/>
          <p:nvPr/>
        </p:nvSpPr>
        <p:spPr>
          <a:xfrm>
            <a:off x="2719198" y="3160875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0FD4151-03A6-AEE9-F1C8-24D6DFEAF4D3}"/>
              </a:ext>
            </a:extLst>
          </p:cNvPr>
          <p:cNvSpPr txBox="1"/>
          <p:nvPr/>
        </p:nvSpPr>
        <p:spPr>
          <a:xfrm>
            <a:off x="2726053" y="3483156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DB7C7-F120-7F57-B98B-172A9D64922D}"/>
              </a:ext>
            </a:extLst>
          </p:cNvPr>
          <p:cNvSpPr txBox="1"/>
          <p:nvPr/>
        </p:nvSpPr>
        <p:spPr>
          <a:xfrm>
            <a:off x="2726053" y="377435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2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2169F35-FA10-1F89-8948-B6971DED5A5C}"/>
              </a:ext>
            </a:extLst>
          </p:cNvPr>
          <p:cNvSpPr txBox="1"/>
          <p:nvPr/>
        </p:nvSpPr>
        <p:spPr>
          <a:xfrm>
            <a:off x="2726053" y="409152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3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BE52C39-22D0-FC44-A527-C5C414104459}"/>
              </a:ext>
            </a:extLst>
          </p:cNvPr>
          <p:cNvSpPr txBox="1"/>
          <p:nvPr/>
        </p:nvSpPr>
        <p:spPr>
          <a:xfrm>
            <a:off x="2747981" y="4388099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4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2475554-3015-5EF3-A048-93875A6D0466}"/>
              </a:ext>
            </a:extLst>
          </p:cNvPr>
          <p:cNvSpPr txBox="1"/>
          <p:nvPr/>
        </p:nvSpPr>
        <p:spPr>
          <a:xfrm>
            <a:off x="2747981" y="4679296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5</a:t>
            </a:r>
          </a:p>
        </p:txBody>
      </p:sp>
    </p:spTree>
    <p:extLst>
      <p:ext uri="{BB962C8B-B14F-4D97-AF65-F5344CB8AC3E}">
        <p14:creationId xmlns:p14="http://schemas.microsoft.com/office/powerpoint/2010/main" val="2413360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069A80-8C89-5C9B-94EE-923126C1C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C1A931B-3945-D901-5965-B7AC653C69EB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NOMBRE DEL CANAL / O EVENTO</a:t>
            </a:r>
            <a:endParaRPr lang="es-EC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36E852F-8ED7-557C-73F1-301844746B03}"/>
              </a:ext>
            </a:extLst>
          </p:cNvPr>
          <p:cNvSpPr/>
          <p:nvPr/>
        </p:nvSpPr>
        <p:spPr>
          <a:xfrm>
            <a:off x="251928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 LA EXHIBICION A PARTICIPAR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4DF295D-7C07-D4B3-8884-E7FA2468D97F}"/>
              </a:ext>
            </a:extLst>
          </p:cNvPr>
          <p:cNvSpPr/>
          <p:nvPr/>
        </p:nvSpPr>
        <p:spPr>
          <a:xfrm>
            <a:off x="4240215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 LA EXHIBICION A PARTICIPAR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CD57DFD-8C25-EE96-58E7-0C24838A7D72}"/>
              </a:ext>
            </a:extLst>
          </p:cNvPr>
          <p:cNvSpPr/>
          <p:nvPr/>
        </p:nvSpPr>
        <p:spPr>
          <a:xfrm>
            <a:off x="8209841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 LA EXHIBICION A PARTICIPAR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5973853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728</TotalTime>
  <Words>110</Words>
  <Application>Microsoft Office PowerPoint</Application>
  <PresentationFormat>Panorámica</PresentationFormat>
  <Paragraphs>31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Samsung Sharp Sans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Carlos Moreira</cp:lastModifiedBy>
  <cp:revision>30</cp:revision>
  <dcterms:created xsi:type="dcterms:W3CDTF">2023-12-05T22:05:31Z</dcterms:created>
  <dcterms:modified xsi:type="dcterms:W3CDTF">2026-06-29T22:18:26Z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