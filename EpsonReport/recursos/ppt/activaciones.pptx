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84" r:id="rId5"/>
    <p:sldId id="271" r:id="rId6"/>
    <p:sldId id="277" r:id="rId7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ACTIVACIONES" id="{1D576C47-2EBE-4660-AD19-EBAC318F7DA3}">
          <p14:sldIdLst>
            <p14:sldId id="286"/>
            <p14:sldId id="284"/>
            <p14:sldId id="271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7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1281198" y="4350283"/>
            <a:ext cx="2945362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ACTIVACIONES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C08AD-E474-8829-964C-724835FC6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2CEC638-FED2-2E05-A108-B191170F42E1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CALENDARIO DE ACTIVACIONES</a:t>
            </a:r>
            <a:endParaRPr lang="es-EC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21210F-4AE3-9CC4-E7AF-8E0F24F41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2592" y="1240971"/>
            <a:ext cx="2045931" cy="1381668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4E4D754-1FA3-369F-96CF-58265732D23E}"/>
              </a:ext>
            </a:extLst>
          </p:cNvPr>
          <p:cNvSpPr txBox="1"/>
          <p:nvPr/>
        </p:nvSpPr>
        <p:spPr>
          <a:xfrm>
            <a:off x="9502592" y="1330220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CUMPLIMIENTO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0D07210-BAFF-B09C-95A8-383E93C6D8AF}"/>
              </a:ext>
            </a:extLst>
          </p:cNvPr>
          <p:cNvSpPr txBox="1"/>
          <p:nvPr/>
        </p:nvSpPr>
        <p:spPr>
          <a:xfrm>
            <a:off x="10170993" y="175800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50 %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2AE3F8B-92C2-AE97-C729-E93C7BBC8164}"/>
              </a:ext>
            </a:extLst>
          </p:cNvPr>
          <p:cNvSpPr txBox="1"/>
          <p:nvPr/>
        </p:nvSpPr>
        <p:spPr>
          <a:xfrm>
            <a:off x="9533908" y="2240151"/>
            <a:ext cx="20459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ACTIVACIONES PROGRAMADAS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 EJECUTADAS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4A2D14E-9B82-C04A-26D5-9F98F992079C}"/>
              </a:ext>
            </a:extLst>
          </p:cNvPr>
          <p:cNvSpPr/>
          <p:nvPr/>
        </p:nvSpPr>
        <p:spPr>
          <a:xfrm>
            <a:off x="574804" y="1240971"/>
            <a:ext cx="8808098" cy="49452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CALENDARIO DE ACTIVACIONES EN CURSO</a:t>
            </a:r>
            <a:endParaRPr lang="es-EC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D88D7C33-C663-15B5-8B62-695239FD6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71265" y="1338421"/>
            <a:ext cx="282931" cy="245207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E0D9DB41-B282-60C4-10FF-EEFBD5BB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0782" y="2876193"/>
            <a:ext cx="2489055" cy="1916706"/>
          </a:xfrm>
          <a:prstGeom prst="rect">
            <a:avLst/>
          </a:prstGeom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97F39E26-523C-E3EF-0140-64C34F89DE20}"/>
              </a:ext>
            </a:extLst>
          </p:cNvPr>
          <p:cNvSpPr txBox="1"/>
          <p:nvPr/>
        </p:nvSpPr>
        <p:spPr>
          <a:xfrm>
            <a:off x="9591975" y="2936864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E9BBE79-5BF9-1121-3AC4-911CF2644D38}"/>
              </a:ext>
            </a:extLst>
          </p:cNvPr>
          <p:cNvSpPr txBox="1"/>
          <p:nvPr/>
        </p:nvSpPr>
        <p:spPr>
          <a:xfrm>
            <a:off x="9598830" y="325914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POSIBLES CAMBIOS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354D07DD-AB93-0376-CF52-BF4676858B7A}"/>
              </a:ext>
            </a:extLst>
          </p:cNvPr>
          <p:cNvSpPr txBox="1"/>
          <p:nvPr/>
        </p:nvSpPr>
        <p:spPr>
          <a:xfrm>
            <a:off x="9598830" y="35503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ANOMALIAS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9492D27-4936-693A-55AA-6C8970FF134C}"/>
              </a:ext>
            </a:extLst>
          </p:cNvPr>
          <p:cNvSpPr txBox="1"/>
          <p:nvPr/>
        </p:nvSpPr>
        <p:spPr>
          <a:xfrm>
            <a:off x="9598830" y="386751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ETC</a:t>
            </a:r>
          </a:p>
        </p:txBody>
      </p:sp>
    </p:spTree>
    <p:extLst>
      <p:ext uri="{BB962C8B-B14F-4D97-AF65-F5344CB8AC3E}">
        <p14:creationId xmlns:p14="http://schemas.microsoft.com/office/powerpoint/2010/main" val="1239562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D1E65-2430-E873-347A-AD1B342C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89C53550-7E99-249E-2131-B4433EAE9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06571" y="1045029"/>
            <a:ext cx="2045931" cy="1381668"/>
          </a:xfrm>
          <a:prstGeom prst="rect">
            <a:avLst/>
          </a:prstGeom>
        </p:spPr>
      </p:pic>
      <p:sp>
        <p:nvSpPr>
          <p:cNvPr id="16" name="Rectángulo 15">
            <a:extLst>
              <a:ext uri="{FF2B5EF4-FFF2-40B4-BE49-F238E27FC236}">
                <a16:creationId xmlns:a16="http://schemas.microsoft.com/office/drawing/2014/main" id="{62AC435A-16E5-7611-080B-C40E1EFD5ADE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408311A-E282-2A9B-8D75-ED9F4142BCBC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ACTIVACIONES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6BE98D-F9A3-D293-630F-6A59303B36EF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206E4FF-1F2A-B7D6-C8EA-DC8719E99B47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A2677374-5982-1150-ABB2-94AB39366D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DA539CDD-99A1-1C8D-4761-102119FF3986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CA5EBFD-7BB4-13D9-41DD-AE0365900443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ACTIVIDAD IMPULSO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0D2CC3D-B7EF-6532-C1FC-0B9D6134AB5B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A061BCA-153F-0F76-9472-C031E8D64D70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2304286C-0ED3-2104-1C9E-DB3B47929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4" y="1045029"/>
            <a:ext cx="2045931" cy="1381668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C910E47B-2F07-0F90-89D4-9B19FCE4C8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4326" y="1134278"/>
            <a:ext cx="175147" cy="24520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D0F5FCD9-D01E-51A5-0A2A-6D9F5782F774}"/>
              </a:ext>
            </a:extLst>
          </p:cNvPr>
          <p:cNvSpPr txBox="1"/>
          <p:nvPr/>
        </p:nvSpPr>
        <p:spPr>
          <a:xfrm>
            <a:off x="2619374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COBERTURA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3C4ED5B1-01AF-1F60-6538-7212B0F307E8}"/>
              </a:ext>
            </a:extLst>
          </p:cNvPr>
          <p:cNvSpPr txBox="1"/>
          <p:nvPr/>
        </p:nvSpPr>
        <p:spPr>
          <a:xfrm>
            <a:off x="4806571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FF501E71-DFE0-C86F-C44E-88204BFF6B0C}"/>
              </a:ext>
            </a:extLst>
          </p:cNvPr>
          <p:cNvSpPr txBox="1"/>
          <p:nvPr/>
        </p:nvSpPr>
        <p:spPr>
          <a:xfrm>
            <a:off x="3287775" y="1562063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40 %</a:t>
            </a: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DA3A9FD8-2D0D-8DBA-6B5C-82B076832770}"/>
              </a:ext>
            </a:extLst>
          </p:cNvPr>
          <p:cNvSpPr txBox="1"/>
          <p:nvPr/>
        </p:nvSpPr>
        <p:spPr>
          <a:xfrm>
            <a:off x="2650690" y="2044209"/>
            <a:ext cx="18101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 TIENDAS A NIVEL NACIONAL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 TIENDAS COBERTURADAS</a:t>
            </a: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DCA7BF9D-86C2-26F5-5344-F40A2F9299E7}"/>
              </a:ext>
            </a:extLst>
          </p:cNvPr>
          <p:cNvSpPr txBox="1"/>
          <p:nvPr/>
        </p:nvSpPr>
        <p:spPr>
          <a:xfrm>
            <a:off x="5508578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30 %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0DEBEFDB-378F-9603-1342-DBA794CB4E4A}"/>
              </a:ext>
            </a:extLst>
          </p:cNvPr>
          <p:cNvSpPr txBox="1"/>
          <p:nvPr/>
        </p:nvSpPr>
        <p:spPr>
          <a:xfrm>
            <a:off x="4871493" y="2052388"/>
            <a:ext cx="19810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 CLIENTES VISITARON LA TIENDA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CLIENTES INTERACTUARON</a:t>
            </a:r>
          </a:p>
        </p:txBody>
      </p:sp>
      <p:pic>
        <p:nvPicPr>
          <p:cNvPr id="99" name="Gráfico 98">
            <a:extLst>
              <a:ext uri="{FF2B5EF4-FFF2-40B4-BE49-F238E27FC236}">
                <a16:creationId xmlns:a16="http://schemas.microsoft.com/office/drawing/2014/main" id="{0EDC8F88-77D1-2DFB-BB6F-5DEBBD6993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93768" y="1045029"/>
            <a:ext cx="2045931" cy="1381668"/>
          </a:xfrm>
          <a:prstGeom prst="rect">
            <a:avLst/>
          </a:prstGeom>
        </p:spPr>
      </p:pic>
      <p:pic>
        <p:nvPicPr>
          <p:cNvPr id="100" name="Gráfico 99">
            <a:extLst>
              <a:ext uri="{FF2B5EF4-FFF2-40B4-BE49-F238E27FC236}">
                <a16:creationId xmlns:a16="http://schemas.microsoft.com/office/drawing/2014/main" id="{C226C1E1-1452-EBB0-78AA-DEC88D64C1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0302" y="1134278"/>
            <a:ext cx="282931" cy="245207"/>
          </a:xfrm>
          <a:prstGeom prst="rect">
            <a:avLst/>
          </a:prstGeom>
        </p:spPr>
      </p:pic>
      <p:sp>
        <p:nvSpPr>
          <p:cNvPr id="101" name="CuadroTexto 100">
            <a:extLst>
              <a:ext uri="{FF2B5EF4-FFF2-40B4-BE49-F238E27FC236}">
                <a16:creationId xmlns:a16="http://schemas.microsoft.com/office/drawing/2014/main" id="{2DA3AE06-227E-E0EF-1CB0-2BE12A3EEEF4}"/>
              </a:ext>
            </a:extLst>
          </p:cNvPr>
          <p:cNvSpPr txBox="1"/>
          <p:nvPr/>
        </p:nvSpPr>
        <p:spPr>
          <a:xfrm>
            <a:off x="6993768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32DBCA6A-7E67-79D0-F97F-D5A3E60883BF}"/>
              </a:ext>
            </a:extLst>
          </p:cNvPr>
          <p:cNvSpPr txBox="1"/>
          <p:nvPr/>
        </p:nvSpPr>
        <p:spPr>
          <a:xfrm>
            <a:off x="7695775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67 %</a:t>
            </a: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50DDA93A-F499-9826-A4E0-AFD064D2E90D}"/>
              </a:ext>
            </a:extLst>
          </p:cNvPr>
          <p:cNvSpPr txBox="1"/>
          <p:nvPr/>
        </p:nvSpPr>
        <p:spPr>
          <a:xfrm>
            <a:off x="7058690" y="205238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 VENTAS EFECTIVAS</a:t>
            </a:r>
          </a:p>
        </p:txBody>
      </p:sp>
      <p:pic>
        <p:nvPicPr>
          <p:cNvPr id="105" name="Gráfico 104">
            <a:extLst>
              <a:ext uri="{FF2B5EF4-FFF2-40B4-BE49-F238E27FC236}">
                <a16:creationId xmlns:a16="http://schemas.microsoft.com/office/drawing/2014/main" id="{A9E61889-283C-67E0-706E-ABEFCDF56A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1235" y="1128163"/>
            <a:ext cx="230949" cy="263942"/>
          </a:xfrm>
          <a:prstGeom prst="rect">
            <a:avLst/>
          </a:prstGeom>
        </p:spPr>
      </p:pic>
      <p:pic>
        <p:nvPicPr>
          <p:cNvPr id="109" name="Gráfico 108">
            <a:extLst>
              <a:ext uri="{FF2B5EF4-FFF2-40B4-BE49-F238E27FC236}">
                <a16:creationId xmlns:a16="http://schemas.microsoft.com/office/drawing/2014/main" id="{820983A6-E658-A326-A19D-A5C1703442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23282" y="2700501"/>
            <a:ext cx="2858230" cy="708625"/>
          </a:xfrm>
          <a:prstGeom prst="rect">
            <a:avLst/>
          </a:prstGeom>
        </p:spPr>
      </p:pic>
      <p:pic>
        <p:nvPicPr>
          <p:cNvPr id="111" name="Gráfico 110">
            <a:extLst>
              <a:ext uri="{FF2B5EF4-FFF2-40B4-BE49-F238E27FC236}">
                <a16:creationId xmlns:a16="http://schemas.microsoft.com/office/drawing/2014/main" id="{F12C9DE3-631D-79CB-7341-1F598612B7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3281" y="3590880"/>
            <a:ext cx="2858230" cy="708625"/>
          </a:xfrm>
          <a:prstGeom prst="rect">
            <a:avLst/>
          </a:prstGeom>
        </p:spPr>
      </p:pic>
      <p:pic>
        <p:nvPicPr>
          <p:cNvPr id="113" name="Gráfico 112">
            <a:extLst>
              <a:ext uri="{FF2B5EF4-FFF2-40B4-BE49-F238E27FC236}">
                <a16:creationId xmlns:a16="http://schemas.microsoft.com/office/drawing/2014/main" id="{EFAA9CA0-C4E3-0C99-CEE1-292EC491F9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9718" y="2569409"/>
            <a:ext cx="3209982" cy="1921530"/>
          </a:xfrm>
          <a:prstGeom prst="rect">
            <a:avLst/>
          </a:prstGeom>
        </p:spPr>
      </p:pic>
      <p:sp>
        <p:nvSpPr>
          <p:cNvPr id="114" name="CuadroTexto 113">
            <a:extLst>
              <a:ext uri="{FF2B5EF4-FFF2-40B4-BE49-F238E27FC236}">
                <a16:creationId xmlns:a16="http://schemas.microsoft.com/office/drawing/2014/main" id="{70DC55B5-87EA-DE36-0BD4-0FB26CB8559A}"/>
              </a:ext>
            </a:extLst>
          </p:cNvPr>
          <p:cNvSpPr txBox="1"/>
          <p:nvPr/>
        </p:nvSpPr>
        <p:spPr>
          <a:xfrm>
            <a:off x="5801647" y="302793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grpSp>
        <p:nvGrpSpPr>
          <p:cNvPr id="129" name="Grupo 128">
            <a:extLst>
              <a:ext uri="{FF2B5EF4-FFF2-40B4-BE49-F238E27FC236}">
                <a16:creationId xmlns:a16="http://schemas.microsoft.com/office/drawing/2014/main" id="{9A950A92-F2B1-23AF-5289-D45856B63CF3}"/>
              </a:ext>
            </a:extLst>
          </p:cNvPr>
          <p:cNvGrpSpPr/>
          <p:nvPr/>
        </p:nvGrpSpPr>
        <p:grpSpPr>
          <a:xfrm>
            <a:off x="6415448" y="2943959"/>
            <a:ext cx="2431998" cy="207268"/>
            <a:chOff x="6501235" y="2831998"/>
            <a:chExt cx="2431998" cy="207268"/>
          </a:xfrm>
        </p:grpSpPr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F3DBD92F-4124-60C0-C3A3-3A46F3078E50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16" name="Rectángulo 115">
              <a:extLst>
                <a:ext uri="{FF2B5EF4-FFF2-40B4-BE49-F238E27FC236}">
                  <a16:creationId xmlns:a16="http://schemas.microsoft.com/office/drawing/2014/main" id="{1E5DF702-360C-7C9E-FBEB-EA8703293286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B6E0D66F-E5E5-419C-816F-18664DAF0158}"/>
              </a:ext>
            </a:extLst>
          </p:cNvPr>
          <p:cNvSpPr txBox="1"/>
          <p:nvPr/>
        </p:nvSpPr>
        <p:spPr>
          <a:xfrm>
            <a:off x="5801647" y="32911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L4260</a:t>
            </a: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6BB99E09-2EBC-4903-A328-09CA3DA53D28}"/>
              </a:ext>
            </a:extLst>
          </p:cNvPr>
          <p:cNvSpPr txBox="1"/>
          <p:nvPr/>
        </p:nvSpPr>
        <p:spPr>
          <a:xfrm>
            <a:off x="5801647" y="354300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L4360</a:t>
            </a: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0172AFC0-CE49-EB98-3CFA-1603A408BB47}"/>
              </a:ext>
            </a:extLst>
          </p:cNvPr>
          <p:cNvSpPr txBox="1"/>
          <p:nvPr/>
        </p:nvSpPr>
        <p:spPr>
          <a:xfrm>
            <a:off x="5801647" y="384269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D837DD24-FC0F-E16F-977A-42613AAC97B5}"/>
              </a:ext>
            </a:extLst>
          </p:cNvPr>
          <p:cNvSpPr txBox="1"/>
          <p:nvPr/>
        </p:nvSpPr>
        <p:spPr>
          <a:xfrm>
            <a:off x="5801647" y="415179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664</a:t>
            </a:r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CDEFE45C-66E3-987F-DE5E-0BD23FC9901D}"/>
              </a:ext>
            </a:extLst>
          </p:cNvPr>
          <p:cNvGrpSpPr/>
          <p:nvPr/>
        </p:nvGrpSpPr>
        <p:grpSpPr>
          <a:xfrm>
            <a:off x="6415448" y="3244841"/>
            <a:ext cx="2431998" cy="207268"/>
            <a:chOff x="6501235" y="2831998"/>
            <a:chExt cx="2431998" cy="207268"/>
          </a:xfrm>
        </p:grpSpPr>
        <p:sp>
          <p:nvSpPr>
            <p:cNvPr id="131" name="Rectángulo 130">
              <a:extLst>
                <a:ext uri="{FF2B5EF4-FFF2-40B4-BE49-F238E27FC236}">
                  <a16:creationId xmlns:a16="http://schemas.microsoft.com/office/drawing/2014/main" id="{CAD1B539-8D27-9E14-30F0-C475CD240571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2" name="Rectángulo 131">
              <a:extLst>
                <a:ext uri="{FF2B5EF4-FFF2-40B4-BE49-F238E27FC236}">
                  <a16:creationId xmlns:a16="http://schemas.microsoft.com/office/drawing/2014/main" id="{5B1AA207-9C0C-C953-C46F-143CC1E1E7D4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D252C1FF-C523-BBA8-7AB4-A8084742F4E9}"/>
              </a:ext>
            </a:extLst>
          </p:cNvPr>
          <p:cNvGrpSpPr/>
          <p:nvPr/>
        </p:nvGrpSpPr>
        <p:grpSpPr>
          <a:xfrm>
            <a:off x="6415448" y="3545723"/>
            <a:ext cx="2431998" cy="207268"/>
            <a:chOff x="6501235" y="2831998"/>
            <a:chExt cx="2431998" cy="207268"/>
          </a:xfrm>
        </p:grpSpPr>
        <p:sp>
          <p:nvSpPr>
            <p:cNvPr id="134" name="Rectángulo 133">
              <a:extLst>
                <a:ext uri="{FF2B5EF4-FFF2-40B4-BE49-F238E27FC236}">
                  <a16:creationId xmlns:a16="http://schemas.microsoft.com/office/drawing/2014/main" id="{4796917C-2E9E-43A0-3918-B0656F065927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5" name="Rectángulo 134">
              <a:extLst>
                <a:ext uri="{FF2B5EF4-FFF2-40B4-BE49-F238E27FC236}">
                  <a16:creationId xmlns:a16="http://schemas.microsoft.com/office/drawing/2014/main" id="{630CE92E-CD62-4606-3AB1-334DF31D867B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5B0D4494-E36D-392A-FC57-3170317069C5}"/>
              </a:ext>
            </a:extLst>
          </p:cNvPr>
          <p:cNvGrpSpPr/>
          <p:nvPr/>
        </p:nvGrpSpPr>
        <p:grpSpPr>
          <a:xfrm>
            <a:off x="6415448" y="3846605"/>
            <a:ext cx="2431998" cy="207268"/>
            <a:chOff x="6501235" y="2831998"/>
            <a:chExt cx="2431998" cy="207268"/>
          </a:xfrm>
        </p:grpSpPr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B0A4BFA8-4C11-0D52-8C6A-8FEAFCCAE3AA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8" name="Rectángulo 137">
              <a:extLst>
                <a:ext uri="{FF2B5EF4-FFF2-40B4-BE49-F238E27FC236}">
                  <a16:creationId xmlns:a16="http://schemas.microsoft.com/office/drawing/2014/main" id="{72D7C93E-099A-D4CE-6455-E74E1ABDA308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9" name="Grupo 138">
            <a:extLst>
              <a:ext uri="{FF2B5EF4-FFF2-40B4-BE49-F238E27FC236}">
                <a16:creationId xmlns:a16="http://schemas.microsoft.com/office/drawing/2014/main" id="{556591DD-4987-C5D8-28DD-431493FC8E95}"/>
              </a:ext>
            </a:extLst>
          </p:cNvPr>
          <p:cNvGrpSpPr/>
          <p:nvPr/>
        </p:nvGrpSpPr>
        <p:grpSpPr>
          <a:xfrm>
            <a:off x="6415448" y="4147488"/>
            <a:ext cx="2431998" cy="207268"/>
            <a:chOff x="6501235" y="2831998"/>
            <a:chExt cx="2431998" cy="207268"/>
          </a:xfrm>
        </p:grpSpPr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7186673E-827B-21BB-32CE-524B558C520D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1" name="Rectángulo 140">
              <a:extLst>
                <a:ext uri="{FF2B5EF4-FFF2-40B4-BE49-F238E27FC236}">
                  <a16:creationId xmlns:a16="http://schemas.microsoft.com/office/drawing/2014/main" id="{04CD08EE-736E-FEAC-FECB-C3FAE02E6B73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A87188E6-DC8E-3C4D-4475-B10D824F2E24}"/>
              </a:ext>
            </a:extLst>
          </p:cNvPr>
          <p:cNvSpPr txBox="1"/>
          <p:nvPr/>
        </p:nvSpPr>
        <p:spPr>
          <a:xfrm>
            <a:off x="8526352" y="294888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65CAD739-14C6-9230-C62F-5FEF5671F80A}"/>
              </a:ext>
            </a:extLst>
          </p:cNvPr>
          <p:cNvSpPr txBox="1"/>
          <p:nvPr/>
        </p:nvSpPr>
        <p:spPr>
          <a:xfrm>
            <a:off x="8526352" y="4151792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4" name="CuadroTexto 143">
            <a:extLst>
              <a:ext uri="{FF2B5EF4-FFF2-40B4-BE49-F238E27FC236}">
                <a16:creationId xmlns:a16="http://schemas.microsoft.com/office/drawing/2014/main" id="{C6FF99A7-5FCC-4549-83D8-4B0B8BC9FC77}"/>
              </a:ext>
            </a:extLst>
          </p:cNvPr>
          <p:cNvSpPr txBox="1"/>
          <p:nvPr/>
        </p:nvSpPr>
        <p:spPr>
          <a:xfrm>
            <a:off x="8526352" y="384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F4EE1DA8-FF86-4A34-B891-DF91D65B7698}"/>
              </a:ext>
            </a:extLst>
          </p:cNvPr>
          <p:cNvSpPr txBox="1"/>
          <p:nvPr/>
        </p:nvSpPr>
        <p:spPr>
          <a:xfrm>
            <a:off x="8526352" y="357197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9183FA11-A5B3-4E5D-A63B-810EF77DFEF3}"/>
              </a:ext>
            </a:extLst>
          </p:cNvPr>
          <p:cNvSpPr txBox="1"/>
          <p:nvPr/>
        </p:nvSpPr>
        <p:spPr>
          <a:xfrm>
            <a:off x="8526352" y="325054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F51D8D1A-5704-5C39-63F8-B5DE4040DEEE}"/>
              </a:ext>
            </a:extLst>
          </p:cNvPr>
          <p:cNvSpPr txBox="1"/>
          <p:nvPr/>
        </p:nvSpPr>
        <p:spPr>
          <a:xfrm>
            <a:off x="4244546" y="2951403"/>
            <a:ext cx="1179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37963263-2258-6716-2B11-8BB1B754A5D6}"/>
              </a:ext>
            </a:extLst>
          </p:cNvPr>
          <p:cNvSpPr txBox="1"/>
          <p:nvPr/>
        </p:nvSpPr>
        <p:spPr>
          <a:xfrm>
            <a:off x="4146309" y="3181247"/>
            <a:ext cx="1453281" cy="219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MAYOR VENTA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93D35887-46C8-C09D-B216-D7290755A17A}"/>
              </a:ext>
            </a:extLst>
          </p:cNvPr>
          <p:cNvSpPr txBox="1"/>
          <p:nvPr/>
        </p:nvSpPr>
        <p:spPr>
          <a:xfrm>
            <a:off x="3942270" y="3792619"/>
            <a:ext cx="178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09685A96-5709-ABEC-361D-B94A177E74E4}"/>
              </a:ext>
            </a:extLst>
          </p:cNvPr>
          <p:cNvSpPr txBox="1"/>
          <p:nvPr/>
        </p:nvSpPr>
        <p:spPr>
          <a:xfrm>
            <a:off x="4143851" y="4056272"/>
            <a:ext cx="14557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MENOR VENTA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CC61ACB7-7B78-5DFE-5E23-9859F63891C0}"/>
              </a:ext>
            </a:extLst>
          </p:cNvPr>
          <p:cNvSpPr txBox="1"/>
          <p:nvPr/>
        </p:nvSpPr>
        <p:spPr>
          <a:xfrm>
            <a:off x="2975368" y="284736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35 %</a:t>
            </a:r>
          </a:p>
        </p:txBody>
      </p:sp>
      <p:sp>
        <p:nvSpPr>
          <p:cNvPr id="152" name="CuadroTexto 151">
            <a:extLst>
              <a:ext uri="{FF2B5EF4-FFF2-40B4-BE49-F238E27FC236}">
                <a16:creationId xmlns:a16="http://schemas.microsoft.com/office/drawing/2014/main" id="{64725841-5BB9-6209-3482-E1B298F5F15F}"/>
              </a:ext>
            </a:extLst>
          </p:cNvPr>
          <p:cNvSpPr txBox="1"/>
          <p:nvPr/>
        </p:nvSpPr>
        <p:spPr>
          <a:xfrm>
            <a:off x="2972573" y="3697410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10 %</a:t>
            </a:r>
          </a:p>
        </p:txBody>
      </p:sp>
      <p:pic>
        <p:nvPicPr>
          <p:cNvPr id="153" name="Gráfico 152">
            <a:extLst>
              <a:ext uri="{FF2B5EF4-FFF2-40B4-BE49-F238E27FC236}">
                <a16:creationId xmlns:a16="http://schemas.microsoft.com/office/drawing/2014/main" id="{08249DD1-EE1C-8A68-564D-CB56BF6D1C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8685" y="4698376"/>
            <a:ext cx="3092954" cy="1921530"/>
          </a:xfrm>
          <a:prstGeom prst="rect">
            <a:avLst/>
          </a:prstGeom>
        </p:spPr>
      </p:pic>
      <p:sp>
        <p:nvSpPr>
          <p:cNvPr id="156" name="Rectángulo 155">
            <a:extLst>
              <a:ext uri="{FF2B5EF4-FFF2-40B4-BE49-F238E27FC236}">
                <a16:creationId xmlns:a16="http://schemas.microsoft.com/office/drawing/2014/main" id="{304AAB36-B00D-88CF-D8F2-D6EBE56FAB9E}"/>
              </a:ext>
            </a:extLst>
          </p:cNvPr>
          <p:cNvSpPr/>
          <p:nvPr/>
        </p:nvSpPr>
        <p:spPr>
          <a:xfrm rot="16200000">
            <a:off x="2873917" y="5316480"/>
            <a:ext cx="905791" cy="6802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0EEB753F-3235-B3F1-C9A7-1B64A002B779}"/>
              </a:ext>
            </a:extLst>
          </p:cNvPr>
          <p:cNvCxnSpPr>
            <a:cxnSpLocks/>
          </p:cNvCxnSpPr>
          <p:nvPr/>
        </p:nvCxnSpPr>
        <p:spPr>
          <a:xfrm>
            <a:off x="2707405" y="6109492"/>
            <a:ext cx="2909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17FB64EF-A747-0C48-38CD-4DBED8502937}"/>
              </a:ext>
            </a:extLst>
          </p:cNvPr>
          <p:cNvSpPr/>
          <p:nvPr/>
        </p:nvSpPr>
        <p:spPr>
          <a:xfrm rot="16200000">
            <a:off x="3993439" y="5620112"/>
            <a:ext cx="294514" cy="6802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8C3930CC-E860-5BA7-7135-F28DF0D49A6F}"/>
              </a:ext>
            </a:extLst>
          </p:cNvPr>
          <p:cNvSpPr txBox="1"/>
          <p:nvPr/>
        </p:nvSpPr>
        <p:spPr>
          <a:xfrm>
            <a:off x="2817360" y="6146315"/>
            <a:ext cx="101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CLIENTES EN TIENDA</a:t>
            </a:r>
          </a:p>
        </p:txBody>
      </p:sp>
      <p:sp>
        <p:nvSpPr>
          <p:cNvPr id="162" name="CuadroTexto 161">
            <a:extLst>
              <a:ext uri="{FF2B5EF4-FFF2-40B4-BE49-F238E27FC236}">
                <a16:creationId xmlns:a16="http://schemas.microsoft.com/office/drawing/2014/main" id="{0723EAF9-5EB5-19C7-E957-A8D2832B9B3E}"/>
              </a:ext>
            </a:extLst>
          </p:cNvPr>
          <p:cNvSpPr txBox="1"/>
          <p:nvPr/>
        </p:nvSpPr>
        <p:spPr>
          <a:xfrm>
            <a:off x="3617947" y="6220596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E602AF20-CAAE-D757-F710-C4C9F4680F9E}"/>
              </a:ext>
            </a:extLst>
          </p:cNvPr>
          <p:cNvSpPr txBox="1"/>
          <p:nvPr/>
        </p:nvSpPr>
        <p:spPr>
          <a:xfrm>
            <a:off x="4578718" y="6220596"/>
            <a:ext cx="8086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</a:p>
        </p:txBody>
      </p:sp>
      <p:sp>
        <p:nvSpPr>
          <p:cNvPr id="164" name="Rectángulo 163">
            <a:extLst>
              <a:ext uri="{FF2B5EF4-FFF2-40B4-BE49-F238E27FC236}">
                <a16:creationId xmlns:a16="http://schemas.microsoft.com/office/drawing/2014/main" id="{79C59458-D3E7-BC3F-2D69-4E4E265BF1C3}"/>
              </a:ext>
            </a:extLst>
          </p:cNvPr>
          <p:cNvSpPr/>
          <p:nvPr/>
        </p:nvSpPr>
        <p:spPr>
          <a:xfrm rot="16200000">
            <a:off x="4858160" y="5644278"/>
            <a:ext cx="246189" cy="680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9B50CC45-F82D-4CE0-5AC0-D294F1A43B6F}"/>
              </a:ext>
            </a:extLst>
          </p:cNvPr>
          <p:cNvSpPr txBox="1"/>
          <p:nvPr/>
        </p:nvSpPr>
        <p:spPr>
          <a:xfrm>
            <a:off x="3052183" y="4998736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</a:t>
            </a: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D244A91F-C6E8-99E4-F01E-7C07A7E2ED75}"/>
              </a:ext>
            </a:extLst>
          </p:cNvPr>
          <p:cNvSpPr txBox="1"/>
          <p:nvPr/>
        </p:nvSpPr>
        <p:spPr>
          <a:xfrm>
            <a:off x="3825167" y="5611414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D90C382F-00EB-CCAB-25DC-EFC0673D6F45}"/>
              </a:ext>
            </a:extLst>
          </p:cNvPr>
          <p:cNvSpPr txBox="1"/>
          <p:nvPr/>
        </p:nvSpPr>
        <p:spPr>
          <a:xfrm>
            <a:off x="4664984" y="5656595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B87D959-FAA0-7D31-5323-077DC31A0C7B}"/>
              </a:ext>
            </a:extLst>
          </p:cNvPr>
          <p:cNvSpPr txBox="1"/>
          <p:nvPr/>
        </p:nvSpPr>
        <p:spPr>
          <a:xfrm>
            <a:off x="5823606" y="2585767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VENTAS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C73D44F7-8348-77E0-FF29-692613F51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3852" y="4698376"/>
            <a:ext cx="3205847" cy="191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2EF4A88-C24A-2CBE-D327-D8EFA554FA55}"/>
              </a:ext>
            </a:extLst>
          </p:cNvPr>
          <p:cNvSpPr txBox="1"/>
          <p:nvPr/>
        </p:nvSpPr>
        <p:spPr>
          <a:xfrm>
            <a:off x="5925045" y="4759047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1822538-6465-6F0D-2C20-531CB3B985E6}"/>
              </a:ext>
            </a:extLst>
          </p:cNvPr>
          <p:cNvSpPr txBox="1"/>
          <p:nvPr/>
        </p:nvSpPr>
        <p:spPr>
          <a:xfrm>
            <a:off x="5931900" y="50813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16DB197-0BA1-A79D-C344-E9D370118ACD}"/>
              </a:ext>
            </a:extLst>
          </p:cNvPr>
          <p:cNvSpPr txBox="1"/>
          <p:nvPr/>
        </p:nvSpPr>
        <p:spPr>
          <a:xfrm>
            <a:off x="5931900" y="53725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3A674B2-0DD4-D0EB-F61E-0B4ACBD92899}"/>
              </a:ext>
            </a:extLst>
          </p:cNvPr>
          <p:cNvSpPr txBox="1"/>
          <p:nvPr/>
        </p:nvSpPr>
        <p:spPr>
          <a:xfrm>
            <a:off x="5931900" y="5689700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F94388B-D140-104D-3C25-D56E6695CE2D}"/>
              </a:ext>
            </a:extLst>
          </p:cNvPr>
          <p:cNvSpPr txBox="1"/>
          <p:nvPr/>
        </p:nvSpPr>
        <p:spPr>
          <a:xfrm>
            <a:off x="5953828" y="5986271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0406CC8-6099-09A8-F0AD-1921A0C13448}"/>
              </a:ext>
            </a:extLst>
          </p:cNvPr>
          <p:cNvSpPr txBox="1"/>
          <p:nvPr/>
        </p:nvSpPr>
        <p:spPr>
          <a:xfrm>
            <a:off x="5953828" y="627746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3668809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19735-F753-E760-63CA-91AEBE7B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F875DB9-48B1-43E4-A6D5-A99CCF275ADF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8DF19C-3904-A5C6-AA8E-0445C07A0EEB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88B20B3-56C3-5773-091A-C7F2C8CA3B5D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AL PROMOTOR JUNTO A SU STAND CON TODOS LOS MATERIALES Y POP CORRECTAMENTE UBICADOS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D6F637A6-132F-DFF4-CABC-7DBABDC5C0EC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A1CC173-A9D7-6630-9E7C-8A5F3CCBEB55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264549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A0DED-CFC7-E934-94DE-CF3520764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1A22F88F-CB94-49D3-2BA2-4CD0A258707C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C0129D8-73FD-45AB-9642-80B606B9F7E3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C620297-748E-BD50-DB4B-AA619A6159BE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4 QUE CORRESPONDE AL PROMOTOR CON EL CLIENTE LUEGO DE EJECUTAR LA VENTA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C6C0307B-41D2-EE6F-7C10-2146C9A0B893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5 QUE CORRESPONDE AL PROMOTOR CON EL CLIENTE LUEGO DE EJECUTAR LA VENTA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64ABE702-1B47-551F-98F5-2AAD19BAB425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6 QUE CORRESPONDE AL PROMOTOR CON EL CLIENTE LUEGO DE EJECUTAR LA VENTA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5931650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740</TotalTime>
  <Words>268</Words>
  <Application>Microsoft Office PowerPoint</Application>
  <PresentationFormat>Panorámica</PresentationFormat>
  <Paragraphs>70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31</cp:revision>
  <dcterms:created xsi:type="dcterms:W3CDTF">2023-12-05T22:05:31Z</dcterms:created>
  <dcterms:modified xsi:type="dcterms:W3CDTF">2026-06-29T22:16:13Z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