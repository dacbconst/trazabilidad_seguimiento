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6" r:id="rId4"/>
    <p:sldId id="284" r:id="rId5"/>
    <p:sldId id="271" r:id="rId6"/>
    <p:sldId id="277" r:id="rId7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ON" id="{C092418E-1FB3-482F-9B3B-ED1A5D4977EF}">
          <p14:sldIdLst>
            <p14:sldId id="256"/>
            <p14:sldId id="257"/>
          </p14:sldIdLst>
        </p14:section>
        <p14:section name="ACTIVACIONES" id="{1D576C47-2EBE-4660-AD19-EBAC318F7DA3}">
          <p14:sldIdLst>
            <p14:sldId id="286"/>
            <p14:sldId id="284"/>
            <p14:sldId id="271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noska Elizabeth SanMartin Bello" userId="02ab975b-960e-42bb-837d-f7df9595029a" providerId="ADAL" clId="{189961E0-6D24-43AC-8384-5AF5B7BC5063}"/>
    <pc:docChg chg="undo custSel addSld modSld addSection delSection modSection">
      <pc:chgData name="Ninoska Elizabeth SanMartin Bello" userId="02ab975b-960e-42bb-837d-f7df9595029a" providerId="ADAL" clId="{189961E0-6D24-43AC-8384-5AF5B7BC5063}" dt="2026-06-18T23:06:44.717" v="223" actId="14100"/>
      <pc:docMkLst>
        <pc:docMk/>
      </pc:docMkLst>
      <pc:sldChg chg="addSp delSp modSp mod">
        <pc:chgData name="Ninoska Elizabeth SanMartin Bello" userId="02ab975b-960e-42bb-837d-f7df9595029a" providerId="ADAL" clId="{189961E0-6D24-43AC-8384-5AF5B7BC5063}" dt="2026-06-18T23:04:22.778" v="214"/>
        <pc:sldMkLst>
          <pc:docMk/>
          <pc:sldMk cId="1676416835" sldId="265"/>
        </pc:sldMkLst>
        <pc:spChg chg="del mod">
          <ac:chgData name="Ninoska Elizabeth SanMartin Bello" userId="02ab975b-960e-42bb-837d-f7df9595029a" providerId="ADAL" clId="{189961E0-6D24-43AC-8384-5AF5B7BC5063}" dt="2026-06-18T23:02:51.342" v="211"/>
          <ac:spMkLst>
            <pc:docMk/>
            <pc:sldMk cId="1676416835" sldId="265"/>
            <ac:spMk id="4" creationId="{31C5D031-69CD-49F5-8F81-DCA9C8F277F9}"/>
          </ac:spMkLst>
        </pc:spChg>
        <pc:spChg chg="del mod">
          <ac:chgData name="Ninoska Elizabeth SanMartin Bello" userId="02ab975b-960e-42bb-837d-f7df9595029a" providerId="ADAL" clId="{189961E0-6D24-43AC-8384-5AF5B7BC5063}" dt="2026-06-18T22:55:13.705" v="175" actId="478"/>
          <ac:spMkLst>
            <pc:docMk/>
            <pc:sldMk cId="1676416835" sldId="265"/>
            <ac:spMk id="35" creationId="{BDFD00C9-5059-9C9B-0D29-5630140EC5EE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48" creationId="{EC31A34B-17E1-ED25-90CE-9D88080F52FD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49" creationId="{8C0E149B-7B94-8905-A933-95A983568EF7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1" creationId="{6E2643EA-DDED-9744-B7EC-30E20E24F58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2" creationId="{AE817ADF-450C-DB80-210F-3CF5FC5025B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3" creationId="{F975CBBD-FF36-4087-6117-FFF01A8F6821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4" creationId="{E6B1C996-2E71-9A83-DE6E-10A18D71F8BD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5" creationId="{00F16202-0582-9097-1EBD-20A9DDB8BDF1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6" creationId="{331C44BE-A27F-5B51-6237-422D274B6CD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8" creationId="{FDD8E7D1-E7B6-F28D-3412-A4071A2181FF}"/>
          </ac:spMkLst>
        </pc:spChg>
        <pc:spChg chg="del">
          <ac:chgData name="Ninoska Elizabeth SanMartin Bello" userId="02ab975b-960e-42bb-837d-f7df9595029a" providerId="ADAL" clId="{189961E0-6D24-43AC-8384-5AF5B7BC5063}" dt="2026-06-18T22:54:59.005" v="172" actId="478"/>
          <ac:spMkLst>
            <pc:docMk/>
            <pc:sldMk cId="1676416835" sldId="265"/>
            <ac:spMk id="61" creationId="{CD50E37A-3B36-C7F9-2CF9-751BABB8A657}"/>
          </ac:spMkLst>
        </pc:spChg>
        <pc:spChg chg="del">
          <ac:chgData name="Ninoska Elizabeth SanMartin Bello" userId="02ab975b-960e-42bb-837d-f7df9595029a" providerId="ADAL" clId="{189961E0-6D24-43AC-8384-5AF5B7BC5063}" dt="2026-06-18T22:54:52.061" v="171" actId="478"/>
          <ac:spMkLst>
            <pc:docMk/>
            <pc:sldMk cId="1676416835" sldId="265"/>
            <ac:spMk id="62" creationId="{A981D387-7C10-700B-C7F4-19BCEE98C11D}"/>
          </ac:spMkLst>
        </pc:spChg>
        <pc:spChg chg="del">
          <ac:chgData name="Ninoska Elizabeth SanMartin Bello" userId="02ab975b-960e-42bb-837d-f7df9595029a" providerId="ADAL" clId="{189961E0-6D24-43AC-8384-5AF5B7BC5063}" dt="2026-06-18T22:54:48.377" v="170" actId="478"/>
          <ac:spMkLst>
            <pc:docMk/>
            <pc:sldMk cId="1676416835" sldId="265"/>
            <ac:spMk id="63" creationId="{16F18DFE-6BA6-6DB5-505C-AB817A7B2EFE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78" creationId="{B7B4C1DC-C288-83AA-69EB-CCF4A13BEBE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0" creationId="{8F7A25C5-5FBE-A209-CE38-19B87B937D9B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1" creationId="{E5E29D82-30E0-7019-0499-3DD0D187AA89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4" creationId="{E0C762B9-3F09-B141-2486-7432EDC705DE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6" creationId="{018CBFDD-07AE-73D7-52F2-5C74F4052A4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7" creationId="{4F087137-DEAC-5933-52FB-8312AEAF383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8" creationId="{6859BB16-D20F-D22D-0DC0-5CA6A9F551DF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0" creationId="{5F0CDFB6-F7D0-CED4-4DB2-B400983C9159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2" creationId="{8E7CA37E-4220-6005-6029-C733D1D236B8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3" creationId="{08C98D6A-80FA-1342-6343-8C0B1D79D450}"/>
          </ac:spMkLst>
        </pc:spChg>
        <pc:grpChg chg="del">
          <ac:chgData name="Ninoska Elizabeth SanMartin Bello" userId="02ab975b-960e-42bb-837d-f7df9595029a" providerId="ADAL" clId="{189961E0-6D24-43AC-8384-5AF5B7BC5063}" dt="2026-06-18T22:54:52.061" v="171" actId="478"/>
          <ac:grpSpMkLst>
            <pc:docMk/>
            <pc:sldMk cId="1676416835" sldId="265"/>
            <ac:grpSpMk id="37" creationId="{F27ECFEA-8947-2C37-3D5A-22942A493C18}"/>
          </ac:grpSpMkLst>
        </pc:grpChg>
        <pc:graphicFrameChg chg="add del mod modGraphic">
          <ac:chgData name="Ninoska Elizabeth SanMartin Bello" userId="02ab975b-960e-42bb-837d-f7df9595029a" providerId="ADAL" clId="{189961E0-6D24-43AC-8384-5AF5B7BC5063}" dt="2026-06-18T22:44:55.693" v="168" actId="478"/>
          <ac:graphicFrameMkLst>
            <pc:docMk/>
            <pc:sldMk cId="1676416835" sldId="265"/>
            <ac:graphicFrameMk id="3" creationId="{3C9AE43D-536C-80CD-2C6C-9E1D5E5BF389}"/>
          </ac:graphicFrameMkLst>
        </pc:graphicFrameChg>
        <pc:graphicFrameChg chg="add del mod modGraphic">
          <ac:chgData name="Ninoska Elizabeth SanMartin Bello" userId="02ab975b-960e-42bb-837d-f7df9595029a" providerId="ADAL" clId="{189961E0-6D24-43AC-8384-5AF5B7BC5063}" dt="2026-06-18T23:04:21.472" v="213" actId="478"/>
          <ac:graphicFrameMkLst>
            <pc:docMk/>
            <pc:sldMk cId="1676416835" sldId="265"/>
            <ac:graphicFrameMk id="64" creationId="{038B6051-D205-1D86-38DF-1E3E2624EB3E}"/>
          </ac:graphicFrameMkLst>
        </pc:graphicFrameChg>
      </pc:sldChg>
      <pc:sldChg chg="delSp modSp mod">
        <pc:chgData name="Ninoska Elizabeth SanMartin Bello" userId="02ab975b-960e-42bb-837d-f7df9595029a" providerId="ADAL" clId="{189961E0-6D24-43AC-8384-5AF5B7BC5063}" dt="2026-06-18T22:55:58.417" v="176" actId="20577"/>
        <pc:sldMkLst>
          <pc:docMk/>
          <pc:sldMk cId="1264549802" sldId="271"/>
        </pc:sldMkLst>
        <pc:spChg chg="mod">
          <ac:chgData name="Ninoska Elizabeth SanMartin Bello" userId="02ab975b-960e-42bb-837d-f7df9595029a" providerId="ADAL" clId="{189961E0-6D24-43AC-8384-5AF5B7BC5063}" dt="2026-06-18T22:42:20.293" v="27" actId="20577"/>
          <ac:spMkLst>
            <pc:docMk/>
            <pc:sldMk cId="1264549802" sldId="271"/>
            <ac:spMk id="4" creationId="{EF875DB9-48B1-43E4-A6D5-A99CCF275ADF}"/>
          </ac:spMkLst>
        </pc:spChg>
        <pc:spChg chg="mod">
          <ac:chgData name="Ninoska Elizabeth SanMartin Bello" userId="02ab975b-960e-42bb-837d-f7df9595029a" providerId="ADAL" clId="{189961E0-6D24-43AC-8384-5AF5B7BC5063}" dt="2026-06-18T22:55:58.417" v="176" actId="20577"/>
          <ac:spMkLst>
            <pc:docMk/>
            <pc:sldMk cId="1264549802" sldId="271"/>
            <ac:spMk id="19" creationId="{89E1D5BA-4BF5-29C8-77E9-9E6E9999A07F}"/>
          </ac:spMkLst>
        </pc:spChg>
        <pc:spChg chg="mod">
          <ac:chgData name="Ninoska Elizabeth SanMartin Bello" userId="02ab975b-960e-42bb-837d-f7df9595029a" providerId="ADAL" clId="{189961E0-6D24-43AC-8384-5AF5B7BC5063}" dt="2026-06-18T22:44:36.267" v="167" actId="20577"/>
          <ac:spMkLst>
            <pc:docMk/>
            <pc:sldMk cId="1264549802" sldId="271"/>
            <ac:spMk id="23" creationId="{691CD241-08FF-0A34-CB17-D84046557DA0}"/>
          </ac:spMkLst>
        </pc:spChg>
        <pc:spChg chg="mod">
          <ac:chgData name="Ninoska Elizabeth SanMartin Bello" userId="02ab975b-960e-42bb-837d-f7df9595029a" providerId="ADAL" clId="{189961E0-6D24-43AC-8384-5AF5B7BC5063}" dt="2026-06-18T22:44:19.028" v="96" actId="20577"/>
          <ac:spMkLst>
            <pc:docMk/>
            <pc:sldMk cId="1264549802" sldId="271"/>
            <ac:spMk id="26" creationId="{784CF006-8653-976A-20BC-D62222C4E5C3}"/>
          </ac:spMkLst>
        </pc:spChg>
        <pc:spChg chg="mod">
          <ac:chgData name="Ninoska Elizabeth SanMartin Bello" userId="02ab975b-960e-42bb-837d-f7df9595029a" providerId="ADAL" clId="{189961E0-6D24-43AC-8384-5AF5B7BC5063}" dt="2026-06-18T22:44:16.600" v="95" actId="20577"/>
          <ac:spMkLst>
            <pc:docMk/>
            <pc:sldMk cId="1264549802" sldId="271"/>
            <ac:spMk id="29" creationId="{566DA1F0-70DE-8BAD-828B-682B668A7FB3}"/>
          </ac:spMkLst>
        </pc:spChg>
        <pc:spChg chg="mod">
          <ac:chgData name="Ninoska Elizabeth SanMartin Bello" userId="02ab975b-960e-42bb-837d-f7df9595029a" providerId="ADAL" clId="{189961E0-6D24-43AC-8384-5AF5B7BC5063}" dt="2026-06-18T22:44:12.663" v="94" actId="20577"/>
          <ac:spMkLst>
            <pc:docMk/>
            <pc:sldMk cId="1264549802" sldId="271"/>
            <ac:spMk id="32" creationId="{5D824A52-BC1B-9503-4958-AE4991933AFC}"/>
          </ac:spMkLst>
        </pc:spChg>
        <pc:picChg chg="del">
          <ac:chgData name="Ninoska Elizabeth SanMartin Bello" userId="02ab975b-960e-42bb-837d-f7df9595029a" providerId="ADAL" clId="{189961E0-6D24-43AC-8384-5AF5B7BC5063}" dt="2026-06-18T22:42:11.908" v="3" actId="478"/>
          <ac:picMkLst>
            <pc:docMk/>
            <pc:sldMk cId="1264549802" sldId="271"/>
            <ac:picMk id="5" creationId="{05CC37BA-B49F-3A77-F2D4-C437EC7452AA}"/>
          </ac:picMkLst>
        </pc:picChg>
        <pc:picChg chg="del">
          <ac:chgData name="Ninoska Elizabeth SanMartin Bello" userId="02ab975b-960e-42bb-837d-f7df9595029a" providerId="ADAL" clId="{189961E0-6D24-43AC-8384-5AF5B7BC5063}" dt="2026-06-18T22:42:13.511" v="4" actId="478"/>
          <ac:picMkLst>
            <pc:docMk/>
            <pc:sldMk cId="1264549802" sldId="271"/>
            <ac:picMk id="35" creationId="{2838FEC9-A769-7565-9D08-94647104C6A2}"/>
          </ac:picMkLst>
        </pc:picChg>
        <pc:picChg chg="del">
          <ac:chgData name="Ninoska Elizabeth SanMartin Bello" userId="02ab975b-960e-42bb-837d-f7df9595029a" providerId="ADAL" clId="{189961E0-6D24-43AC-8384-5AF5B7BC5063}" dt="2026-06-18T22:42:15.152" v="5" actId="478"/>
          <ac:picMkLst>
            <pc:docMk/>
            <pc:sldMk cId="1264549802" sldId="271"/>
            <ac:picMk id="37" creationId="{973EE529-6042-0175-6B6D-B431DC823B58}"/>
          </ac:picMkLst>
        </pc:picChg>
      </pc:sldChg>
      <pc:sldChg chg="addSp delSp modSp mod">
        <pc:chgData name="Ninoska Elizabeth SanMartin Bello" userId="02ab975b-960e-42bb-837d-f7df9595029a" providerId="ADAL" clId="{189961E0-6D24-43AC-8384-5AF5B7BC5063}" dt="2026-06-18T23:00:32.341" v="187" actId="14100"/>
        <pc:sldMkLst>
          <pc:docMk/>
          <pc:sldMk cId="3597385338" sldId="272"/>
        </pc:sldMkLst>
        <pc:spChg chg="del mod">
          <ac:chgData name="Ninoska Elizabeth SanMartin Bello" userId="02ab975b-960e-42bb-837d-f7df9595029a" providerId="ADAL" clId="{189961E0-6D24-43AC-8384-5AF5B7BC5063}" dt="2026-06-18T22:42:47.502" v="79"/>
          <ac:spMkLst>
            <pc:docMk/>
            <pc:sldMk cId="3597385338" sldId="272"/>
            <ac:spMk id="4" creationId="{885154EC-7D69-7FAC-09BA-2A8C8FC1299E}"/>
          </ac:spMkLst>
        </pc:spChg>
        <pc:grpChg chg="del">
          <ac:chgData name="Ninoska Elizabeth SanMartin Bello" userId="02ab975b-960e-42bb-837d-f7df9595029a" providerId="ADAL" clId="{189961E0-6D24-43AC-8384-5AF5B7BC5063}" dt="2026-06-18T22:42:47.502" v="77" actId="478"/>
          <ac:grpSpMkLst>
            <pc:docMk/>
            <pc:sldMk cId="3597385338" sldId="272"/>
            <ac:grpSpMk id="2" creationId="{E3F8CFEB-AD9D-BD05-72F2-9943853E7BA4}"/>
          </ac:grpSpMkLst>
        </pc:grpChg>
        <pc:graphicFrameChg chg="add mod modGraphic">
          <ac:chgData name="Ninoska Elizabeth SanMartin Bello" userId="02ab975b-960e-42bb-837d-f7df9595029a" providerId="ADAL" clId="{189961E0-6D24-43AC-8384-5AF5B7BC5063}" dt="2026-06-18T23:00:32.341" v="187" actId="14100"/>
          <ac:graphicFrameMkLst>
            <pc:docMk/>
            <pc:sldMk cId="3597385338" sldId="272"/>
            <ac:graphicFrameMk id="3" creationId="{2755DD16-0B40-A669-1C07-2E71F85D8489}"/>
          </ac:graphicFrameMkLst>
        </pc:graphicFrameChg>
        <pc:picChg chg="del">
          <ac:chgData name="Ninoska Elizabeth SanMartin Bello" userId="02ab975b-960e-42bb-837d-f7df9595029a" providerId="ADAL" clId="{189961E0-6D24-43AC-8384-5AF5B7BC5063}" dt="2026-06-18T22:42:38.305" v="53" actId="478"/>
          <ac:picMkLst>
            <pc:docMk/>
            <pc:sldMk cId="3597385338" sldId="272"/>
            <ac:picMk id="5" creationId="{2C7D0B68-E411-4B2C-FEC1-96B2FF126A57}"/>
          </ac:picMkLst>
        </pc:picChg>
        <pc:picChg chg="del">
          <ac:chgData name="Ninoska Elizabeth SanMartin Bello" userId="02ab975b-960e-42bb-837d-f7df9595029a" providerId="ADAL" clId="{189961E0-6D24-43AC-8384-5AF5B7BC5063}" dt="2026-06-18T22:42:39.697" v="54" actId="478"/>
          <ac:picMkLst>
            <pc:docMk/>
            <pc:sldMk cId="3597385338" sldId="272"/>
            <ac:picMk id="39" creationId="{C05788DC-A39A-A820-FB11-602E32A247F2}"/>
          </ac:picMkLst>
        </pc:picChg>
      </pc:sldChg>
      <pc:sldChg chg="addSp delSp modSp mod">
        <pc:chgData name="Ninoska Elizabeth SanMartin Bello" userId="02ab975b-960e-42bb-837d-f7df9595029a" providerId="ADAL" clId="{189961E0-6D24-43AC-8384-5AF5B7BC5063}" dt="2026-06-18T23:05:47.442" v="218" actId="14100"/>
        <pc:sldMkLst>
          <pc:docMk/>
          <pc:sldMk cId="1468777923" sldId="273"/>
        </pc:sldMkLst>
        <pc:spChg chg="mod">
          <ac:chgData name="Ninoska Elizabeth SanMartin Bello" userId="02ab975b-960e-42bb-837d-f7df9595029a" providerId="ADAL" clId="{189961E0-6D24-43AC-8384-5AF5B7BC5063}" dt="2026-06-18T22:42:32.801" v="52" actId="20577"/>
          <ac:spMkLst>
            <pc:docMk/>
            <pc:sldMk cId="1468777923" sldId="273"/>
            <ac:spMk id="4" creationId="{80E77FC5-8D75-D7F7-409E-3A493D6D0C3A}"/>
          </ac:spMkLst>
        </pc:spChg>
        <pc:grpChg chg="del">
          <ac:chgData name="Ninoska Elizabeth SanMartin Bello" userId="02ab975b-960e-42bb-837d-f7df9595029a" providerId="ADAL" clId="{189961E0-6D24-43AC-8384-5AF5B7BC5063}" dt="2026-06-18T22:43:56.326" v="86" actId="478"/>
          <ac:grpSpMkLst>
            <pc:docMk/>
            <pc:sldMk cId="1468777923" sldId="273"/>
            <ac:grpSpMk id="2" creationId="{BD7124A4-5302-C1BE-19B6-39954D5DB06E}"/>
          </ac:grpSpMkLst>
        </pc:grpChg>
        <pc:graphicFrameChg chg="add mod modGraphic">
          <ac:chgData name="Ninoska Elizabeth SanMartin Bello" userId="02ab975b-960e-42bb-837d-f7df9595029a" providerId="ADAL" clId="{189961E0-6D24-43AC-8384-5AF5B7BC5063}" dt="2026-06-18T23:05:47.442" v="218" actId="14100"/>
          <ac:graphicFrameMkLst>
            <pc:docMk/>
            <pc:sldMk cId="1468777923" sldId="273"/>
            <ac:graphicFrameMk id="3" creationId="{6E53D25C-12A8-74E7-5DF3-B8E2EE4BCECB}"/>
          </ac:graphicFrameMkLst>
        </pc:graphicFrameChg>
        <pc:picChg chg="del">
          <ac:chgData name="Ninoska Elizabeth SanMartin Bello" userId="02ab975b-960e-42bb-837d-f7df9595029a" providerId="ADAL" clId="{189961E0-6D24-43AC-8384-5AF5B7BC5063}" dt="2026-06-18T22:42:24.653" v="28" actId="478"/>
          <ac:picMkLst>
            <pc:docMk/>
            <pc:sldMk cId="1468777923" sldId="273"/>
            <ac:picMk id="34" creationId="{DDF4B9BE-BC1F-9C08-8AA1-1FDB17CEE50E}"/>
          </ac:picMkLst>
        </pc:picChg>
        <pc:picChg chg="del">
          <ac:chgData name="Ninoska Elizabeth SanMartin Bello" userId="02ab975b-960e-42bb-837d-f7df9595029a" providerId="ADAL" clId="{189961E0-6D24-43AC-8384-5AF5B7BC5063}" dt="2026-06-18T22:42:26.295" v="29" actId="478"/>
          <ac:picMkLst>
            <pc:docMk/>
            <pc:sldMk cId="1468777923" sldId="273"/>
            <ac:picMk id="38" creationId="{53670DED-6083-B4D0-8DD7-7DBE0E58DA1E}"/>
          </ac:picMkLst>
        </pc:picChg>
        <pc:picChg chg="del">
          <ac:chgData name="Ninoska Elizabeth SanMartin Bello" userId="02ab975b-960e-42bb-837d-f7df9595029a" providerId="ADAL" clId="{189961E0-6D24-43AC-8384-5AF5B7BC5063}" dt="2026-06-18T22:42:27.798" v="30" actId="478"/>
          <ac:picMkLst>
            <pc:docMk/>
            <pc:sldMk cId="1468777923" sldId="273"/>
            <ac:picMk id="40" creationId="{81B26806-1B6F-E14C-7643-F2884FED4C7B}"/>
          </ac:picMkLst>
        </pc:picChg>
      </pc:sldChg>
      <pc:sldChg chg="addSp modSp add mod">
        <pc:chgData name="Ninoska Elizabeth SanMartin Bello" userId="02ab975b-960e-42bb-837d-f7df9595029a" providerId="ADAL" clId="{189961E0-6D24-43AC-8384-5AF5B7BC5063}" dt="2026-06-18T23:06:44.717" v="223" actId="14100"/>
        <pc:sldMkLst>
          <pc:docMk/>
          <pc:sldMk cId="1015754852" sldId="274"/>
        </pc:sldMkLst>
        <pc:graphicFrameChg chg="add mod modGraphic">
          <ac:chgData name="Ninoska Elizabeth SanMartin Bello" userId="02ab975b-960e-42bb-837d-f7df9595029a" providerId="ADAL" clId="{189961E0-6D24-43AC-8384-5AF5B7BC5063}" dt="2026-06-18T23:06:44.717" v="223" actId="14100"/>
          <ac:graphicFrameMkLst>
            <pc:docMk/>
            <pc:sldMk cId="1015754852" sldId="274"/>
            <ac:graphicFrameMk id="2" creationId="{A539039C-7195-5312-0387-5EF29588ABA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96C32-545D-0DAC-D26D-4FCACC830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CC5C26-7E13-E3E3-9E72-3767F9B17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2F07C5-237C-2D6E-A5FF-07F6500D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2B88AB-9236-1708-74AA-ABFADA2C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DFA0E5-7A23-FE03-F2A8-34A9A783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9470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98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CE863-D494-3872-0C30-8177721D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F20B59-4476-9C42-3792-893D32F12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77377C-375E-074C-BCBE-CB71FB0A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14D90D-E80E-B43F-8F72-1FEC0B88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36CF15-9A72-D4ED-1D9E-4215BEF4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7663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8E63A-B2F7-10C5-7B4E-405F0D3D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D4C9C6-8510-CFCF-F743-6FE4D96C3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6DD23A-DB09-A9D3-C243-5B82D178E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927A14-1F7B-9CF2-A9D1-9D73F7B9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6FABC3-0215-2F43-3072-46A55D74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CADD56-622A-F1F0-EAFD-1556D7B2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85873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67D69-2E25-B3EA-F4D4-DAE95582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BD53B9-C37C-21D7-F2DA-C3B33189A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7AE56D-15DF-753A-B77C-FE8C97A49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0DCA66A-ABF4-4751-6A42-7D94BB896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42D340-2709-2ADE-8665-B53F1E16F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1E1B179-9A97-A3C4-8FF3-9FA181D3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F3E1C1A-00F6-3F53-3310-6AC0A26A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DE4905-8687-D12B-DD41-1DA64694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3314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3D5D8-710F-70EE-E0EA-242ADDAC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D2B05A-BA44-C93E-D5B4-A633D351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F23F8-6548-A72D-6EED-AFD82354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FFE9C19-BB62-94F3-5CD7-2A36DC22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3990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AD12E26-8756-0CC6-3524-78AA8173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25974B-6239-A4E5-E88C-F4D7B6EC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02F5CF-A44B-E21E-504B-86992C9A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235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208A0-026D-84B4-D367-C93BEB7A0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A6D796-EF9F-F478-6000-CD3E9F527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139D7E-C6F1-10B9-8D86-701502706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FA6B65-B5A8-80E0-9F89-8FF250B8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8D5FC2-C2ED-3607-A97F-B0B056B5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9AA9FC-3B96-28D0-8809-DE233272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40049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62969-DCFE-84AB-8F04-A6535EB41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C50A9DA-7A5D-4A51-4A23-DF67AE74C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0AF194-363B-A9BA-7A3C-662A6A8B1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89BA62-8AC6-852F-BF01-310F275F3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9024F1-70CF-0A6E-2E40-2E3C3CCF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436F76-D6D7-49ED-5C4C-0D220B77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0031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DE664-CAAB-26A5-B3FD-6F85D73C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91E6F0-DDE0-E6B0-3930-3FE43128E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47B52E-75F2-EB7B-318B-D61C16B66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4DB1D8-E07F-67CD-26AE-8BF05D46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132B0A-7751-5386-2830-D5FB9102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1303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7B01C8-8940-4D08-E406-0D7614D7B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A77D2D-BAD9-FA6D-D81C-7536C5B5B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E08741-B336-4A6E-53E8-0745B6AB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D8B904-CF05-BECF-7114-393C7A2A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BB7A8B-7DA6-0AAC-96B9-49AB7607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3303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EC0309-A811-938D-A71B-26E077F1D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A68385-A227-A388-1040-53C21CE14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56FD99-AB68-4B26-0368-E672797AA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EE58E6-60A2-3823-0A14-F1A8FE8EC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31EF1F-5251-CD3F-467C-072680686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59614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2715FDBB-7B87-23CB-C67F-7AC047E5E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5538" y="2703969"/>
            <a:ext cx="4120924" cy="145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4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áfico logo">
            <a:extLst/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5538" y="2703969"/>
            <a:ext cx="4120924" cy="1450061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D273B63C-2EE8-52D8-F4CD-DBD3FB38A2F5}"/>
              </a:ext>
            </a:extLst>
          </p:cNvPr>
          <p:cNvSpPr txBox="1">
            <a:spLocks/>
          </p:cNvSpPr>
          <p:nvPr/>
        </p:nvSpPr>
        <p:spPr>
          <a:xfrm>
            <a:off x="4035538" y="4350283"/>
            <a:ext cx="4120924" cy="737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1800" b="1" dirty="0">
                <a:solidFill>
                  <a:srgbClr val="164194"/>
                </a:solidFill>
                <a:latin typeface="Segoe UI Variable Display Light" pitchFamily="2" charset="0"/>
                <a:ea typeface="BatangChe" panose="02030609000101010101" pitchFamily="49" charset="-127"/>
                <a:cs typeface="Times New Roman" panose="02020603050405020304" pitchFamily="18" charset="0"/>
              </a:rPr>
              <a:t>ACTIVACIONES</a:t>
            </a:r>
          </a:p>
          <a:p>
            <a:pPr marL="0" indent="0" algn="ctr">
              <a:buNone/>
            </a:pPr>
            <a:r>
              <a:rPr lang="es-PE" sz="1800" b="1" dirty="0">
                <a:solidFill>
                  <a:srgbClr val="164194"/>
                </a:solidFill>
                <a:latin typeface="Segoe UI Variable Display Light" pitchFamily="2" charset="0"/>
                <a:ea typeface="BatangChe" panose="02030609000101010101" pitchFamily="49" charset="-127"/>
                <a:cs typeface="Times New Roman" panose="02020603050405020304" pitchFamily="18" charset="0"/>
              </a:rPr>
              <a:t>JUNIO 2026</a:t>
            </a:r>
          </a:p>
          <a:p>
            <a:pPr marL="0" indent="0" algn="ctr">
              <a:buNone/>
            </a:pPr>
            <a:endParaRPr lang="es-PE" sz="1800" b="1" dirty="0">
              <a:solidFill>
                <a:srgbClr val="164194"/>
              </a:solidFill>
              <a:latin typeface="Segoe UI Variable Display Light" pitchFamily="2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s-PE" sz="1800" b="1" dirty="0">
              <a:solidFill>
                <a:srgbClr val="164194"/>
              </a:solidFill>
              <a:latin typeface="Segoe UI Variable Display Light" pitchFamily="2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63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C08AD-E474-8829-964C-724835FC6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2CEC638-FED2-2E05-A108-B191170F42E1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CALENDARIO DE ACTIVACIONES</a:t>
            </a:r>
            <a:endParaRPr lang="es-EC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0621210F-4AE3-9CC4-E7AF-8E0F24F41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02592" y="1240971"/>
            <a:ext cx="2045931" cy="138166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4E4D754-1FA3-369F-96CF-58265732D23E}"/>
              </a:ext>
            </a:extLst>
          </p:cNvPr>
          <p:cNvSpPr txBox="1"/>
          <p:nvPr/>
        </p:nvSpPr>
        <p:spPr>
          <a:xfrm>
            <a:off x="9502592" y="1330220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CUMPLIMIENTO</a:t>
            </a:r>
            <a:endParaRPr lang="es-EC" sz="11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0D07210-BAFF-B09C-95A8-383E93C6D8AF}"/>
              </a:ext>
            </a:extLst>
          </p:cNvPr>
          <p:cNvSpPr txBox="1"/>
          <p:nvPr/>
        </p:nvSpPr>
        <p:spPr>
          <a:xfrm>
            <a:off x="10170993" y="1758005"/>
            <a:ext cx="883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50 %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2AE3F8B-92C2-AE97-C729-E93C7BBC8164}"/>
              </a:ext>
            </a:extLst>
          </p:cNvPr>
          <p:cNvSpPr txBox="1"/>
          <p:nvPr/>
        </p:nvSpPr>
        <p:spPr>
          <a:xfrm>
            <a:off x="9533908" y="2240151"/>
            <a:ext cx="2045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10 ACTIVACIONES PROGRAMADAS</a:t>
            </a:r>
          </a:p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5 EJECUTADAS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4A2D14E-9B82-C04A-26D5-9F98F992079C}"/>
              </a:ext>
            </a:extLst>
          </p:cNvPr>
          <p:cNvSpPr/>
          <p:nvPr/>
        </p:nvSpPr>
        <p:spPr>
          <a:xfrm>
            <a:off x="574804" y="1240971"/>
            <a:ext cx="8808098" cy="4945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CALENDARIO DE ACTIVACIONES EN CURSO</a:t>
            </a:r>
            <a:endParaRPr lang="es-EC" dirty="0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D88D7C33-C663-15B5-8B62-695239FD6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1265" y="1338421"/>
            <a:ext cx="282931" cy="245207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E0D9DB41-B282-60C4-10FF-EEFBD5BB13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0782" y="2876193"/>
            <a:ext cx="2489055" cy="1916706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97F39E26-523C-E3EF-0140-64C34F89DE20}"/>
              </a:ext>
            </a:extLst>
          </p:cNvPr>
          <p:cNvSpPr txBox="1"/>
          <p:nvPr/>
        </p:nvSpPr>
        <p:spPr>
          <a:xfrm>
            <a:off x="9591975" y="2936864"/>
            <a:ext cx="3541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sz="11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COMENTARIOS</a:t>
            </a:r>
            <a:endParaRPr lang="es-EC" sz="1100" b="1" dirty="0"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E9BBE79-5BF9-1121-3AC4-911CF2644D38}"/>
              </a:ext>
            </a:extLst>
          </p:cNvPr>
          <p:cNvSpPr txBox="1"/>
          <p:nvPr/>
        </p:nvSpPr>
        <p:spPr>
          <a:xfrm>
            <a:off x="9598830" y="3259145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POSIBLES CAMBIOS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54D07DD-AB93-0376-CF52-BF4676858B7A}"/>
              </a:ext>
            </a:extLst>
          </p:cNvPr>
          <p:cNvSpPr txBox="1"/>
          <p:nvPr/>
        </p:nvSpPr>
        <p:spPr>
          <a:xfrm>
            <a:off x="9598830" y="3550342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ANOMALIAS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9492D27-4936-693A-55AA-6C8970FF134C}"/>
              </a:ext>
            </a:extLst>
          </p:cNvPr>
          <p:cNvSpPr txBox="1"/>
          <p:nvPr/>
        </p:nvSpPr>
        <p:spPr>
          <a:xfrm>
            <a:off x="9598830" y="3867517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ETC</a:t>
            </a:r>
          </a:p>
        </p:txBody>
      </p:sp>
    </p:spTree>
    <p:extLst>
      <p:ext uri="{BB962C8B-B14F-4D97-AF65-F5344CB8AC3E}">
        <p14:creationId xmlns:p14="http://schemas.microsoft.com/office/powerpoint/2010/main" val="1239562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D1E65-2430-E873-347A-AD1B342C3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áfico 30">
            <a:extLst>
              <a:ext uri="{FF2B5EF4-FFF2-40B4-BE49-F238E27FC236}">
                <a16:creationId xmlns:a16="http://schemas.microsoft.com/office/drawing/2014/main" id="{89C53550-7E99-249E-2131-B4433EAE94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6571" y="1045029"/>
            <a:ext cx="2045931" cy="1381668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62AC435A-16E5-7611-080B-C40E1EFD5ADE}"/>
              </a:ext>
            </a:extLst>
          </p:cNvPr>
          <p:cNvSpPr/>
          <p:nvPr/>
        </p:nvSpPr>
        <p:spPr>
          <a:xfrm>
            <a:off x="569167" y="1045029"/>
            <a:ext cx="1810139" cy="5570053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408311A-E282-2A9B-8D75-ED9F4142BCBC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ESTADISTICAS ACTIVACIONES</a:t>
            </a:r>
            <a:endParaRPr lang="es-EC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A6BE98D-F9A3-D293-630F-6A59303B36EF}"/>
              </a:ext>
            </a:extLst>
          </p:cNvPr>
          <p:cNvSpPr txBox="1"/>
          <p:nvPr/>
        </p:nvSpPr>
        <p:spPr>
          <a:xfrm>
            <a:off x="573075" y="2696544"/>
            <a:ext cx="18101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CRISTIAN CALDERON</a:t>
            </a:r>
            <a:endParaRPr lang="es-EC" sz="16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206E4FF-1F2A-B7D6-C8EA-DC8719E99B47}"/>
              </a:ext>
            </a:extLst>
          </p:cNvPr>
          <p:cNvSpPr txBox="1"/>
          <p:nvPr/>
        </p:nvSpPr>
        <p:spPr>
          <a:xfrm>
            <a:off x="573075" y="3219764"/>
            <a:ext cx="18101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ccalderon@xplora.net</a:t>
            </a:r>
            <a:endParaRPr lang="es-EC" sz="9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A2677374-5982-1150-ABB2-94AB39366D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6593" b="39729"/>
          <a:stretch>
            <a:fillRect/>
          </a:stretch>
        </p:blipFill>
        <p:spPr>
          <a:xfrm>
            <a:off x="642487" y="1082957"/>
            <a:ext cx="1660474" cy="1598921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DA539CDD-99A1-1C8D-4761-102119FF3986}"/>
              </a:ext>
            </a:extLst>
          </p:cNvPr>
          <p:cNvSpPr txBox="1"/>
          <p:nvPr/>
        </p:nvSpPr>
        <p:spPr>
          <a:xfrm>
            <a:off x="573075" y="3577936"/>
            <a:ext cx="1810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IDC - UNIVERSITARIA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CA5EBFD-7BB4-13D9-41DD-AE0365900443}"/>
              </a:ext>
            </a:extLst>
          </p:cNvPr>
          <p:cNvSpPr txBox="1"/>
          <p:nvPr/>
        </p:nvSpPr>
        <p:spPr>
          <a:xfrm>
            <a:off x="573075" y="5551361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ACTIVIDAD IMPULSO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0D2CC3D-B7EF-6532-C1FC-0B9D6134AB5B}"/>
              </a:ext>
            </a:extLst>
          </p:cNvPr>
          <p:cNvSpPr txBox="1"/>
          <p:nvPr/>
        </p:nvSpPr>
        <p:spPr>
          <a:xfrm>
            <a:off x="573075" y="5987715"/>
            <a:ext cx="18101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19 – JUNIO – 2026</a:t>
            </a:r>
          </a:p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10:00 – 16:00</a:t>
            </a:r>
            <a:endParaRPr lang="es-EC" sz="11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A061BCA-153F-0F76-9472-C031E8D64D70}"/>
              </a:ext>
            </a:extLst>
          </p:cNvPr>
          <p:cNvSpPr txBox="1"/>
          <p:nvPr/>
        </p:nvSpPr>
        <p:spPr>
          <a:xfrm>
            <a:off x="573075" y="3796947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QUITO - ECUADOR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2304286C-0ED3-2104-1C9E-DB3B479293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374" y="1045029"/>
            <a:ext cx="2045931" cy="1381668"/>
          </a:xfrm>
          <a:prstGeom prst="rect">
            <a:avLst/>
          </a:prstGeom>
        </p:spPr>
      </p:pic>
      <p:pic>
        <p:nvPicPr>
          <p:cNvPr id="30" name="Gráfico 29">
            <a:extLst>
              <a:ext uri="{FF2B5EF4-FFF2-40B4-BE49-F238E27FC236}">
                <a16:creationId xmlns:a16="http://schemas.microsoft.com/office/drawing/2014/main" id="{C910E47B-2F07-0F90-89D4-9B19FCE4C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4326" y="1134278"/>
            <a:ext cx="175147" cy="245206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D0F5FCD9-D01E-51A5-0A2A-6D9F5782F774}"/>
              </a:ext>
            </a:extLst>
          </p:cNvPr>
          <p:cNvSpPr txBox="1"/>
          <p:nvPr/>
        </p:nvSpPr>
        <p:spPr>
          <a:xfrm>
            <a:off x="2619374" y="1134278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COBERTURA</a:t>
            </a:r>
            <a:endParaRPr lang="es-EC" sz="11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C4ED5B1-01AF-1F60-6538-7212B0F307E8}"/>
              </a:ext>
            </a:extLst>
          </p:cNvPr>
          <p:cNvSpPr txBox="1"/>
          <p:nvPr/>
        </p:nvSpPr>
        <p:spPr>
          <a:xfrm>
            <a:off x="4806571" y="1134278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INTERACCIONES</a:t>
            </a:r>
            <a:endParaRPr lang="es-EC" sz="11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FF501E71-DFE0-C86F-C44E-88204BFF6B0C}"/>
              </a:ext>
            </a:extLst>
          </p:cNvPr>
          <p:cNvSpPr txBox="1"/>
          <p:nvPr/>
        </p:nvSpPr>
        <p:spPr>
          <a:xfrm>
            <a:off x="3287775" y="1562063"/>
            <a:ext cx="883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40 %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DA3A9FD8-2D0D-8DBA-6B5C-82B076832770}"/>
              </a:ext>
            </a:extLst>
          </p:cNvPr>
          <p:cNvSpPr txBox="1"/>
          <p:nvPr/>
        </p:nvSpPr>
        <p:spPr>
          <a:xfrm>
            <a:off x="2650690" y="2044209"/>
            <a:ext cx="18101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5 TIENDAS A NIVEL NACIONAL</a:t>
            </a:r>
          </a:p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2 TIENDAS COBERTURADAS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DCA7BF9D-86C2-26F5-5344-F40A2F9299E7}"/>
              </a:ext>
            </a:extLst>
          </p:cNvPr>
          <p:cNvSpPr txBox="1"/>
          <p:nvPr/>
        </p:nvSpPr>
        <p:spPr>
          <a:xfrm>
            <a:off x="5508578" y="1570242"/>
            <a:ext cx="883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30 %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0DEBEFDB-378F-9603-1342-DBA794CB4E4A}"/>
              </a:ext>
            </a:extLst>
          </p:cNvPr>
          <p:cNvSpPr txBox="1"/>
          <p:nvPr/>
        </p:nvSpPr>
        <p:spPr>
          <a:xfrm>
            <a:off x="4871493" y="2052388"/>
            <a:ext cx="19810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100 CLIENTES VISITARON LA TIENDA</a:t>
            </a:r>
          </a:p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30 CLIENTES INTERACTUARON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0EDC8F88-77D1-2DFB-BB6F-5DEBBD6993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93768" y="1045029"/>
            <a:ext cx="2045931" cy="1381668"/>
          </a:xfrm>
          <a:prstGeom prst="rect">
            <a:avLst/>
          </a:prstGeom>
        </p:spPr>
      </p:pic>
      <p:pic>
        <p:nvPicPr>
          <p:cNvPr id="100" name="Gráfico 99">
            <a:extLst>
              <a:ext uri="{FF2B5EF4-FFF2-40B4-BE49-F238E27FC236}">
                <a16:creationId xmlns:a16="http://schemas.microsoft.com/office/drawing/2014/main" id="{C226C1E1-1452-EBB0-78AA-DEC88D64C1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50302" y="1134278"/>
            <a:ext cx="282931" cy="245207"/>
          </a:xfrm>
          <a:prstGeom prst="rect">
            <a:avLst/>
          </a:prstGeom>
        </p:spPr>
      </p:pic>
      <p:sp>
        <p:nvSpPr>
          <p:cNvPr id="101" name="CuadroTexto 100">
            <a:extLst>
              <a:ext uri="{FF2B5EF4-FFF2-40B4-BE49-F238E27FC236}">
                <a16:creationId xmlns:a16="http://schemas.microsoft.com/office/drawing/2014/main" id="{2DA3AE06-227E-E0EF-1CB0-2BE12A3EEEF4}"/>
              </a:ext>
            </a:extLst>
          </p:cNvPr>
          <p:cNvSpPr txBox="1"/>
          <p:nvPr/>
        </p:nvSpPr>
        <p:spPr>
          <a:xfrm>
            <a:off x="6993768" y="1134278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VENTAS</a:t>
            </a:r>
            <a:endParaRPr lang="es-EC" sz="11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32DBCA6A-7E67-79D0-F97F-D5A3E60883BF}"/>
              </a:ext>
            </a:extLst>
          </p:cNvPr>
          <p:cNvSpPr txBox="1"/>
          <p:nvPr/>
        </p:nvSpPr>
        <p:spPr>
          <a:xfrm>
            <a:off x="7695775" y="1570242"/>
            <a:ext cx="883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67 %</a:t>
            </a: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50DDA93A-F499-9826-A4E0-AFD064D2E90D}"/>
              </a:ext>
            </a:extLst>
          </p:cNvPr>
          <p:cNvSpPr txBox="1"/>
          <p:nvPr/>
        </p:nvSpPr>
        <p:spPr>
          <a:xfrm>
            <a:off x="7058690" y="2052388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20 VENTAS EFECTIVAS</a:t>
            </a:r>
          </a:p>
        </p:txBody>
      </p:sp>
      <p:pic>
        <p:nvPicPr>
          <p:cNvPr id="105" name="Gráfico 104">
            <a:extLst>
              <a:ext uri="{FF2B5EF4-FFF2-40B4-BE49-F238E27FC236}">
                <a16:creationId xmlns:a16="http://schemas.microsoft.com/office/drawing/2014/main" id="{A9E61889-283C-67E0-706E-ABEFCDF56A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1235" y="1128163"/>
            <a:ext cx="230949" cy="263942"/>
          </a:xfrm>
          <a:prstGeom prst="rect">
            <a:avLst/>
          </a:prstGeom>
        </p:spPr>
      </p:pic>
      <p:pic>
        <p:nvPicPr>
          <p:cNvPr id="109" name="Gráfico 108">
            <a:extLst>
              <a:ext uri="{FF2B5EF4-FFF2-40B4-BE49-F238E27FC236}">
                <a16:creationId xmlns:a16="http://schemas.microsoft.com/office/drawing/2014/main" id="{820983A6-E658-A326-A19D-A5C170344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23282" y="2700501"/>
            <a:ext cx="2858230" cy="708625"/>
          </a:xfrm>
          <a:prstGeom prst="rect">
            <a:avLst/>
          </a:prstGeom>
        </p:spPr>
      </p:pic>
      <p:pic>
        <p:nvPicPr>
          <p:cNvPr id="111" name="Gráfico 110">
            <a:extLst>
              <a:ext uri="{FF2B5EF4-FFF2-40B4-BE49-F238E27FC236}">
                <a16:creationId xmlns:a16="http://schemas.microsoft.com/office/drawing/2014/main" id="{F12C9DE3-631D-79CB-7341-1F598612B7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23281" y="3590880"/>
            <a:ext cx="2858230" cy="708625"/>
          </a:xfrm>
          <a:prstGeom prst="rect">
            <a:avLst/>
          </a:prstGeom>
        </p:spPr>
      </p:pic>
      <p:pic>
        <p:nvPicPr>
          <p:cNvPr id="113" name="Gráfico 112">
            <a:extLst>
              <a:ext uri="{FF2B5EF4-FFF2-40B4-BE49-F238E27FC236}">
                <a16:creationId xmlns:a16="http://schemas.microsoft.com/office/drawing/2014/main" id="{EFAA9CA0-C4E3-0C99-CEE1-292EC491F9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29718" y="2569409"/>
            <a:ext cx="3209982" cy="1921530"/>
          </a:xfrm>
          <a:prstGeom prst="rect">
            <a:avLst/>
          </a:prstGeom>
        </p:spPr>
      </p:pic>
      <p:sp>
        <p:nvSpPr>
          <p:cNvPr id="114" name="CuadroTexto 113">
            <a:extLst>
              <a:ext uri="{FF2B5EF4-FFF2-40B4-BE49-F238E27FC236}">
                <a16:creationId xmlns:a16="http://schemas.microsoft.com/office/drawing/2014/main" id="{70DC55B5-87EA-DE36-0BD4-0FB26CB8559A}"/>
              </a:ext>
            </a:extLst>
          </p:cNvPr>
          <p:cNvSpPr txBox="1"/>
          <p:nvPr/>
        </p:nvSpPr>
        <p:spPr>
          <a:xfrm>
            <a:off x="5801647" y="3027938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L3250</a:t>
            </a:r>
          </a:p>
        </p:txBody>
      </p:sp>
      <p:grpSp>
        <p:nvGrpSpPr>
          <p:cNvPr id="129" name="Grupo 128">
            <a:extLst>
              <a:ext uri="{FF2B5EF4-FFF2-40B4-BE49-F238E27FC236}">
                <a16:creationId xmlns:a16="http://schemas.microsoft.com/office/drawing/2014/main" id="{9A950A92-F2B1-23AF-5289-D45856B63CF3}"/>
              </a:ext>
            </a:extLst>
          </p:cNvPr>
          <p:cNvGrpSpPr/>
          <p:nvPr/>
        </p:nvGrpSpPr>
        <p:grpSpPr>
          <a:xfrm>
            <a:off x="6415448" y="2943959"/>
            <a:ext cx="2431998" cy="207268"/>
            <a:chOff x="6501235" y="2831998"/>
            <a:chExt cx="2431998" cy="207268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F3DBD92F-4124-60C0-C3A3-3A46F3078E50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1E5DF702-360C-7C9E-FBEB-EA8703293286}"/>
                </a:ext>
              </a:extLst>
            </p:cNvPr>
            <p:cNvSpPr/>
            <p:nvPr/>
          </p:nvSpPr>
          <p:spPr>
            <a:xfrm>
              <a:off x="6501235" y="2836928"/>
              <a:ext cx="1981009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B6E0D66F-E5E5-419C-816F-18664DAF0158}"/>
              </a:ext>
            </a:extLst>
          </p:cNvPr>
          <p:cNvSpPr txBox="1"/>
          <p:nvPr/>
        </p:nvSpPr>
        <p:spPr>
          <a:xfrm>
            <a:off x="5801647" y="3291142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L4260</a:t>
            </a:r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6BB99E09-2EBC-4903-A328-09CA3DA53D28}"/>
              </a:ext>
            </a:extLst>
          </p:cNvPr>
          <p:cNvSpPr txBox="1"/>
          <p:nvPr/>
        </p:nvSpPr>
        <p:spPr>
          <a:xfrm>
            <a:off x="5801647" y="3543003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L4360</a:t>
            </a: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0172AFC0-CE49-EB98-3CFA-1603A408BB47}"/>
              </a:ext>
            </a:extLst>
          </p:cNvPr>
          <p:cNvSpPr txBox="1"/>
          <p:nvPr/>
        </p:nvSpPr>
        <p:spPr>
          <a:xfrm>
            <a:off x="5801647" y="3842693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PACK 544</a:t>
            </a: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D837DD24-FC0F-E16F-977A-42613AAC97B5}"/>
              </a:ext>
            </a:extLst>
          </p:cNvPr>
          <p:cNvSpPr txBox="1"/>
          <p:nvPr/>
        </p:nvSpPr>
        <p:spPr>
          <a:xfrm>
            <a:off x="5801647" y="4151792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PACK 664</a:t>
            </a:r>
          </a:p>
        </p:txBody>
      </p: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CDEFE45C-66E3-987F-DE5E-0BD23FC9901D}"/>
              </a:ext>
            </a:extLst>
          </p:cNvPr>
          <p:cNvGrpSpPr/>
          <p:nvPr/>
        </p:nvGrpSpPr>
        <p:grpSpPr>
          <a:xfrm>
            <a:off x="6415448" y="3244841"/>
            <a:ext cx="2431998" cy="207268"/>
            <a:chOff x="6501235" y="2831998"/>
            <a:chExt cx="2431998" cy="207268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CAD1B539-8D27-9E14-30F0-C475CD240571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5B1AA207-9C0C-C953-C46F-143CC1E1E7D4}"/>
                </a:ext>
              </a:extLst>
            </p:cNvPr>
            <p:cNvSpPr/>
            <p:nvPr/>
          </p:nvSpPr>
          <p:spPr>
            <a:xfrm>
              <a:off x="6501236" y="2836928"/>
              <a:ext cx="1758168" cy="19336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D252C1FF-C523-BBA8-7AB4-A8084742F4E9}"/>
              </a:ext>
            </a:extLst>
          </p:cNvPr>
          <p:cNvGrpSpPr/>
          <p:nvPr/>
        </p:nvGrpSpPr>
        <p:grpSpPr>
          <a:xfrm>
            <a:off x="6415448" y="3545723"/>
            <a:ext cx="2431998" cy="207268"/>
            <a:chOff x="6501235" y="2831998"/>
            <a:chExt cx="2431998" cy="207268"/>
          </a:xfrm>
        </p:grpSpPr>
        <p:sp>
          <p:nvSpPr>
            <p:cNvPr id="134" name="Rectángulo 133">
              <a:extLst>
                <a:ext uri="{FF2B5EF4-FFF2-40B4-BE49-F238E27FC236}">
                  <a16:creationId xmlns:a16="http://schemas.microsoft.com/office/drawing/2014/main" id="{4796917C-2E9E-43A0-3918-B0656F065927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630CE92E-CD62-4606-3AB1-334DF31D867B}"/>
                </a:ext>
              </a:extLst>
            </p:cNvPr>
            <p:cNvSpPr/>
            <p:nvPr/>
          </p:nvSpPr>
          <p:spPr>
            <a:xfrm>
              <a:off x="6501235" y="2836928"/>
              <a:ext cx="1519389" cy="19523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5B0D4494-E36D-392A-FC57-3170317069C5}"/>
              </a:ext>
            </a:extLst>
          </p:cNvPr>
          <p:cNvGrpSpPr/>
          <p:nvPr/>
        </p:nvGrpSpPr>
        <p:grpSpPr>
          <a:xfrm>
            <a:off x="6415448" y="3846605"/>
            <a:ext cx="2431998" cy="207268"/>
            <a:chOff x="6501235" y="2831998"/>
            <a:chExt cx="2431998" cy="207268"/>
          </a:xfrm>
        </p:grpSpPr>
        <p:sp>
          <p:nvSpPr>
            <p:cNvPr id="137" name="Rectángulo 136">
              <a:extLst>
                <a:ext uri="{FF2B5EF4-FFF2-40B4-BE49-F238E27FC236}">
                  <a16:creationId xmlns:a16="http://schemas.microsoft.com/office/drawing/2014/main" id="{B0A4BFA8-4C11-0D52-8C6A-8FEAFCCAE3AA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38" name="Rectángulo 137">
              <a:extLst>
                <a:ext uri="{FF2B5EF4-FFF2-40B4-BE49-F238E27FC236}">
                  <a16:creationId xmlns:a16="http://schemas.microsoft.com/office/drawing/2014/main" id="{72D7C93E-099A-D4CE-6455-E74E1ABDA308}"/>
                </a:ext>
              </a:extLst>
            </p:cNvPr>
            <p:cNvSpPr/>
            <p:nvPr/>
          </p:nvSpPr>
          <p:spPr>
            <a:xfrm>
              <a:off x="6501235" y="2836928"/>
              <a:ext cx="1287139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139" name="Grupo 138">
            <a:extLst>
              <a:ext uri="{FF2B5EF4-FFF2-40B4-BE49-F238E27FC236}">
                <a16:creationId xmlns:a16="http://schemas.microsoft.com/office/drawing/2014/main" id="{556591DD-4987-C5D8-28DD-431493FC8E95}"/>
              </a:ext>
            </a:extLst>
          </p:cNvPr>
          <p:cNvGrpSpPr/>
          <p:nvPr/>
        </p:nvGrpSpPr>
        <p:grpSpPr>
          <a:xfrm>
            <a:off x="6415448" y="4147488"/>
            <a:ext cx="2431998" cy="207268"/>
            <a:chOff x="6501235" y="2831998"/>
            <a:chExt cx="2431998" cy="207268"/>
          </a:xfrm>
        </p:grpSpPr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7186673E-827B-21BB-32CE-524B558C520D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41" name="Rectángulo 140">
              <a:extLst>
                <a:ext uri="{FF2B5EF4-FFF2-40B4-BE49-F238E27FC236}">
                  <a16:creationId xmlns:a16="http://schemas.microsoft.com/office/drawing/2014/main" id="{04CD08EE-736E-FEAC-FECB-C3FAE02E6B73}"/>
                </a:ext>
              </a:extLst>
            </p:cNvPr>
            <p:cNvSpPr/>
            <p:nvPr/>
          </p:nvSpPr>
          <p:spPr>
            <a:xfrm>
              <a:off x="6501235" y="2836928"/>
              <a:ext cx="1758169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A87188E6-DC8E-3C4D-4475-B10D824F2E24}"/>
              </a:ext>
            </a:extLst>
          </p:cNvPr>
          <p:cNvSpPr txBox="1"/>
          <p:nvPr/>
        </p:nvSpPr>
        <p:spPr>
          <a:xfrm>
            <a:off x="8526352" y="2948889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7</a:t>
            </a:r>
          </a:p>
        </p:txBody>
      </p: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65CAD739-14C6-9230-C62F-5FEF5671F80A}"/>
              </a:ext>
            </a:extLst>
          </p:cNvPr>
          <p:cNvSpPr txBox="1"/>
          <p:nvPr/>
        </p:nvSpPr>
        <p:spPr>
          <a:xfrm>
            <a:off x="8526352" y="4151792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4</a:t>
            </a:r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C6FF99A7-5FCC-4549-83D8-4B0B8BC9FC77}"/>
              </a:ext>
            </a:extLst>
          </p:cNvPr>
          <p:cNvSpPr txBox="1"/>
          <p:nvPr/>
        </p:nvSpPr>
        <p:spPr>
          <a:xfrm>
            <a:off x="8526352" y="3847800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2</a:t>
            </a:r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F4EE1DA8-FF86-4A34-B891-DF91D65B7698}"/>
              </a:ext>
            </a:extLst>
          </p:cNvPr>
          <p:cNvSpPr txBox="1"/>
          <p:nvPr/>
        </p:nvSpPr>
        <p:spPr>
          <a:xfrm>
            <a:off x="8526352" y="3571970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</a:t>
            </a:r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9183FA11-A5B3-4E5D-A63B-810EF77DFEF3}"/>
              </a:ext>
            </a:extLst>
          </p:cNvPr>
          <p:cNvSpPr txBox="1"/>
          <p:nvPr/>
        </p:nvSpPr>
        <p:spPr>
          <a:xfrm>
            <a:off x="8526352" y="3250549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4</a:t>
            </a:r>
          </a:p>
        </p:txBody>
      </p: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F51D8D1A-5704-5C39-63F8-B5DE4040DEEE}"/>
              </a:ext>
            </a:extLst>
          </p:cNvPr>
          <p:cNvSpPr txBox="1"/>
          <p:nvPr/>
        </p:nvSpPr>
        <p:spPr>
          <a:xfrm>
            <a:off x="4244546" y="2951403"/>
            <a:ext cx="11792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L3250</a:t>
            </a:r>
          </a:p>
        </p:txBody>
      </p: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37963263-2258-6716-2B11-8BB1B754A5D6}"/>
              </a:ext>
            </a:extLst>
          </p:cNvPr>
          <p:cNvSpPr txBox="1"/>
          <p:nvPr/>
        </p:nvSpPr>
        <p:spPr>
          <a:xfrm>
            <a:off x="4146309" y="3181247"/>
            <a:ext cx="1453281" cy="219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SKU CON MAYOR VENTA</a:t>
            </a:r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93D35887-46C8-C09D-B216-D7290755A17A}"/>
              </a:ext>
            </a:extLst>
          </p:cNvPr>
          <p:cNvSpPr txBox="1"/>
          <p:nvPr/>
        </p:nvSpPr>
        <p:spPr>
          <a:xfrm>
            <a:off x="3942270" y="3792619"/>
            <a:ext cx="1783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PACK 544</a:t>
            </a:r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09685A96-5709-ABEC-361D-B94A177E74E4}"/>
              </a:ext>
            </a:extLst>
          </p:cNvPr>
          <p:cNvSpPr txBox="1"/>
          <p:nvPr/>
        </p:nvSpPr>
        <p:spPr>
          <a:xfrm>
            <a:off x="4143851" y="4056272"/>
            <a:ext cx="14557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SKU CON MENOR VENTA</a:t>
            </a:r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CC61ACB7-7B78-5DFE-5E23-9859F63891C0}"/>
              </a:ext>
            </a:extLst>
          </p:cNvPr>
          <p:cNvSpPr txBox="1"/>
          <p:nvPr/>
        </p:nvSpPr>
        <p:spPr>
          <a:xfrm>
            <a:off x="2975368" y="2847365"/>
            <a:ext cx="883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35 %</a:t>
            </a:r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64725841-5BB9-6209-3482-E1B298F5F15F}"/>
              </a:ext>
            </a:extLst>
          </p:cNvPr>
          <p:cNvSpPr txBox="1"/>
          <p:nvPr/>
        </p:nvSpPr>
        <p:spPr>
          <a:xfrm>
            <a:off x="2972573" y="3697410"/>
            <a:ext cx="883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10 %</a:t>
            </a:r>
          </a:p>
        </p:txBody>
      </p:sp>
      <p:pic>
        <p:nvPicPr>
          <p:cNvPr id="153" name="Gráfico 152">
            <a:extLst>
              <a:ext uri="{FF2B5EF4-FFF2-40B4-BE49-F238E27FC236}">
                <a16:creationId xmlns:a16="http://schemas.microsoft.com/office/drawing/2014/main" id="{08249DD1-EE1C-8A68-564D-CB56BF6D1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18685" y="4698376"/>
            <a:ext cx="3092954" cy="1921530"/>
          </a:xfrm>
          <a:prstGeom prst="rect">
            <a:avLst/>
          </a:prstGeom>
        </p:spPr>
      </p:pic>
      <p:sp>
        <p:nvSpPr>
          <p:cNvPr id="156" name="Rectángulo 155">
            <a:extLst>
              <a:ext uri="{FF2B5EF4-FFF2-40B4-BE49-F238E27FC236}">
                <a16:creationId xmlns:a16="http://schemas.microsoft.com/office/drawing/2014/main" id="{304AAB36-B00D-88CF-D8F2-D6EBE56FAB9E}"/>
              </a:ext>
            </a:extLst>
          </p:cNvPr>
          <p:cNvSpPr/>
          <p:nvPr/>
        </p:nvSpPr>
        <p:spPr>
          <a:xfrm rot="16200000">
            <a:off x="2873917" y="5316480"/>
            <a:ext cx="905791" cy="680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0EEB753F-3235-B3F1-C9A7-1B64A002B779}"/>
              </a:ext>
            </a:extLst>
          </p:cNvPr>
          <p:cNvCxnSpPr>
            <a:cxnSpLocks/>
          </p:cNvCxnSpPr>
          <p:nvPr/>
        </p:nvCxnSpPr>
        <p:spPr>
          <a:xfrm>
            <a:off x="2707405" y="6109492"/>
            <a:ext cx="2909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17FB64EF-A747-0C48-38CD-4DBED8502937}"/>
              </a:ext>
            </a:extLst>
          </p:cNvPr>
          <p:cNvSpPr/>
          <p:nvPr/>
        </p:nvSpPr>
        <p:spPr>
          <a:xfrm rot="16200000">
            <a:off x="3993439" y="5620112"/>
            <a:ext cx="294514" cy="6802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8C3930CC-E860-5BA7-7135-F28DF0D49A6F}"/>
              </a:ext>
            </a:extLst>
          </p:cNvPr>
          <p:cNvSpPr txBox="1"/>
          <p:nvPr/>
        </p:nvSpPr>
        <p:spPr>
          <a:xfrm>
            <a:off x="2817360" y="6146315"/>
            <a:ext cx="1010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CLIENTES EN TIENDA</a:t>
            </a:r>
          </a:p>
        </p:txBody>
      </p:sp>
      <p:sp>
        <p:nvSpPr>
          <p:cNvPr id="162" name="CuadroTexto 161">
            <a:extLst>
              <a:ext uri="{FF2B5EF4-FFF2-40B4-BE49-F238E27FC236}">
                <a16:creationId xmlns:a16="http://schemas.microsoft.com/office/drawing/2014/main" id="{0723EAF9-5EB5-19C7-E957-A8D2832B9B3E}"/>
              </a:ext>
            </a:extLst>
          </p:cNvPr>
          <p:cNvSpPr txBox="1"/>
          <p:nvPr/>
        </p:nvSpPr>
        <p:spPr>
          <a:xfrm>
            <a:off x="3617947" y="6220596"/>
            <a:ext cx="10473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INTERACCIONES</a:t>
            </a:r>
          </a:p>
        </p:txBody>
      </p:sp>
      <p:sp>
        <p:nvSpPr>
          <p:cNvPr id="163" name="CuadroTexto 162">
            <a:extLst>
              <a:ext uri="{FF2B5EF4-FFF2-40B4-BE49-F238E27FC236}">
                <a16:creationId xmlns:a16="http://schemas.microsoft.com/office/drawing/2014/main" id="{E602AF20-CAAE-D757-F710-C4C9F4680F9E}"/>
              </a:ext>
            </a:extLst>
          </p:cNvPr>
          <p:cNvSpPr txBox="1"/>
          <p:nvPr/>
        </p:nvSpPr>
        <p:spPr>
          <a:xfrm>
            <a:off x="4578718" y="6220596"/>
            <a:ext cx="8086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VENTAS</a:t>
            </a:r>
          </a:p>
        </p:txBody>
      </p:sp>
      <p:sp>
        <p:nvSpPr>
          <p:cNvPr id="164" name="Rectángulo 163">
            <a:extLst>
              <a:ext uri="{FF2B5EF4-FFF2-40B4-BE49-F238E27FC236}">
                <a16:creationId xmlns:a16="http://schemas.microsoft.com/office/drawing/2014/main" id="{79C59458-D3E7-BC3F-2D69-4E4E265BF1C3}"/>
              </a:ext>
            </a:extLst>
          </p:cNvPr>
          <p:cNvSpPr/>
          <p:nvPr/>
        </p:nvSpPr>
        <p:spPr>
          <a:xfrm rot="16200000">
            <a:off x="4858160" y="5644278"/>
            <a:ext cx="246189" cy="6802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66" name="CuadroTexto 165">
            <a:extLst>
              <a:ext uri="{FF2B5EF4-FFF2-40B4-BE49-F238E27FC236}">
                <a16:creationId xmlns:a16="http://schemas.microsoft.com/office/drawing/2014/main" id="{9B50CC45-F82D-4CE0-5AC0-D294F1A43B6F}"/>
              </a:ext>
            </a:extLst>
          </p:cNvPr>
          <p:cNvSpPr txBox="1"/>
          <p:nvPr/>
        </p:nvSpPr>
        <p:spPr>
          <a:xfrm>
            <a:off x="3052183" y="4998736"/>
            <a:ext cx="604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100</a:t>
            </a:r>
          </a:p>
        </p:txBody>
      </p:sp>
      <p:sp>
        <p:nvSpPr>
          <p:cNvPr id="167" name="CuadroTexto 166">
            <a:extLst>
              <a:ext uri="{FF2B5EF4-FFF2-40B4-BE49-F238E27FC236}">
                <a16:creationId xmlns:a16="http://schemas.microsoft.com/office/drawing/2014/main" id="{D244A91F-C6E8-99E4-F01E-7C07A7E2ED75}"/>
              </a:ext>
            </a:extLst>
          </p:cNvPr>
          <p:cNvSpPr txBox="1"/>
          <p:nvPr/>
        </p:nvSpPr>
        <p:spPr>
          <a:xfrm>
            <a:off x="3825167" y="5611414"/>
            <a:ext cx="604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30</a:t>
            </a:r>
          </a:p>
        </p:txBody>
      </p:sp>
      <p:sp>
        <p:nvSpPr>
          <p:cNvPr id="168" name="CuadroTexto 167">
            <a:extLst>
              <a:ext uri="{FF2B5EF4-FFF2-40B4-BE49-F238E27FC236}">
                <a16:creationId xmlns:a16="http://schemas.microsoft.com/office/drawing/2014/main" id="{D90C382F-00EB-CCAB-25DC-EFC0673D6F45}"/>
              </a:ext>
            </a:extLst>
          </p:cNvPr>
          <p:cNvSpPr txBox="1"/>
          <p:nvPr/>
        </p:nvSpPr>
        <p:spPr>
          <a:xfrm>
            <a:off x="4664984" y="5656595"/>
            <a:ext cx="604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20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B87D959-FAA0-7D31-5323-077DC31A0C7B}"/>
              </a:ext>
            </a:extLst>
          </p:cNvPr>
          <p:cNvSpPr txBox="1"/>
          <p:nvPr/>
        </p:nvSpPr>
        <p:spPr>
          <a:xfrm>
            <a:off x="5823606" y="2585767"/>
            <a:ext cx="32215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sz="11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DETALLE VENTAS</a:t>
            </a:r>
            <a:endParaRPr lang="es-EC" sz="1100" b="1" dirty="0"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C73D44F7-8348-77E0-FF29-692613F516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3852" y="4698376"/>
            <a:ext cx="3205847" cy="19167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2EF4A88-C24A-2CBE-D327-D8EFA554FA55}"/>
              </a:ext>
            </a:extLst>
          </p:cNvPr>
          <p:cNvSpPr txBox="1"/>
          <p:nvPr/>
        </p:nvSpPr>
        <p:spPr>
          <a:xfrm>
            <a:off x="5925045" y="4759047"/>
            <a:ext cx="3541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sz="11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COMENTARIOS</a:t>
            </a:r>
            <a:endParaRPr lang="es-EC" sz="1100" b="1" dirty="0"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1822538-6465-6F0D-2C20-531CB3B985E6}"/>
              </a:ext>
            </a:extLst>
          </p:cNvPr>
          <p:cNvSpPr txBox="1"/>
          <p:nvPr/>
        </p:nvSpPr>
        <p:spPr>
          <a:xfrm>
            <a:off x="5931900" y="5081328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16DB197-0BA1-A79D-C344-E9D370118ACD}"/>
              </a:ext>
            </a:extLst>
          </p:cNvPr>
          <p:cNvSpPr txBox="1"/>
          <p:nvPr/>
        </p:nvSpPr>
        <p:spPr>
          <a:xfrm>
            <a:off x="5931900" y="5372525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3A674B2-0DD4-D0EB-F61E-0B4ACBD92899}"/>
              </a:ext>
            </a:extLst>
          </p:cNvPr>
          <p:cNvSpPr txBox="1"/>
          <p:nvPr/>
        </p:nvSpPr>
        <p:spPr>
          <a:xfrm>
            <a:off x="5931900" y="5689700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F94388B-D140-104D-3C25-D56E6695CE2D}"/>
              </a:ext>
            </a:extLst>
          </p:cNvPr>
          <p:cNvSpPr txBox="1"/>
          <p:nvPr/>
        </p:nvSpPr>
        <p:spPr>
          <a:xfrm>
            <a:off x="5953828" y="5986271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4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0406CC8-6099-09A8-F0AD-1921A0C13448}"/>
              </a:ext>
            </a:extLst>
          </p:cNvPr>
          <p:cNvSpPr txBox="1"/>
          <p:nvPr/>
        </p:nvSpPr>
        <p:spPr>
          <a:xfrm>
            <a:off x="5953828" y="6277468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5</a:t>
            </a:r>
          </a:p>
        </p:txBody>
      </p:sp>
    </p:spTree>
    <p:extLst>
      <p:ext uri="{BB962C8B-B14F-4D97-AF65-F5344CB8AC3E}">
        <p14:creationId xmlns:p14="http://schemas.microsoft.com/office/powerpoint/2010/main" val="3668809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19735-F753-E760-63CA-91AEBE7BC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F875DB9-48B1-43E4-A6D5-A99CCF275ADF}"/>
              </a:ext>
            </a:extLst>
          </p:cNvPr>
          <p:cNvSpPr txBox="1"/>
          <p:nvPr/>
        </p:nvSpPr>
        <p:spPr>
          <a:xfrm>
            <a:off x="464625" y="311110"/>
            <a:ext cx="6721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 </a:t>
            </a:r>
            <a:endParaRPr lang="es-EC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8DF19C-3904-A5C6-AA8E-0445C07A0EEB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CANAL DONDE SE HACE LA ACTIVIDAD / O EVENTO</a:t>
            </a:r>
            <a:endParaRPr lang="es-EC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88B20B3-56C3-5773-091A-C7F2C8CA3B5D}"/>
              </a:ext>
            </a:extLst>
          </p:cNvPr>
          <p:cNvSpPr/>
          <p:nvPr/>
        </p:nvSpPr>
        <p:spPr>
          <a:xfrm>
            <a:off x="242597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1 QUE CORRESPONDE AL PROMOTOR JUNTO A SU STAND CON TODOS LOS MATERIALES Y POP CORRECTAMENTE UBICADOS</a:t>
            </a:r>
            <a:endParaRPr lang="es-EC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6F637A6-132F-DFF4-CABC-7DBABDC5C0EC}"/>
              </a:ext>
            </a:extLst>
          </p:cNvPr>
          <p:cNvSpPr/>
          <p:nvPr/>
        </p:nvSpPr>
        <p:spPr>
          <a:xfrm>
            <a:off x="4212223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2 QUE CORRESPONDE AL PROMOTOR EJECUTANDO UNA ATENCIÓN O INTERACCIÓN CON LOS CLIENTES</a:t>
            </a:r>
            <a:endParaRPr lang="es-EC" dirty="0"/>
          </a:p>
          <a:p>
            <a:pPr algn="ctr"/>
            <a:endParaRPr lang="es-EC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A1CC173-A9D7-6630-9E7C-8A5F3CCBEB55}"/>
              </a:ext>
            </a:extLst>
          </p:cNvPr>
          <p:cNvSpPr/>
          <p:nvPr/>
        </p:nvSpPr>
        <p:spPr>
          <a:xfrm>
            <a:off x="8181849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3 QUE CORRESPONDE AL PROMOTOR EJECUTANDO UNA ATENCIÓN O INTERACCIÓN CON LOS CLIENTES</a:t>
            </a:r>
            <a:endParaRPr lang="es-EC" dirty="0"/>
          </a:p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264549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A0DED-CFC7-E934-94DE-CF352076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A22F88F-CB94-49D3-2BA2-4CD0A258707C}"/>
              </a:ext>
            </a:extLst>
          </p:cNvPr>
          <p:cNvSpPr txBox="1"/>
          <p:nvPr/>
        </p:nvSpPr>
        <p:spPr>
          <a:xfrm>
            <a:off x="464625" y="311110"/>
            <a:ext cx="6721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 </a:t>
            </a:r>
            <a:endParaRPr lang="es-EC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0129D8-73FD-45AB-9642-80B606B9F7E3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CANAL DONDE SE HACE LA ACTIVIDAD / O EVENTO</a:t>
            </a:r>
            <a:endParaRPr lang="es-EC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C620297-748E-BD50-DB4B-AA619A6159BE}"/>
              </a:ext>
            </a:extLst>
          </p:cNvPr>
          <p:cNvSpPr/>
          <p:nvPr/>
        </p:nvSpPr>
        <p:spPr>
          <a:xfrm>
            <a:off x="242597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4 QUE CORRESPONDE AL PROMOTOR CON EL CLIENTE LUEGO DE EJECUTAR LA VENTA</a:t>
            </a:r>
            <a:endParaRPr lang="es-EC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C6C0307B-41D2-EE6F-7C10-2146C9A0B893}"/>
              </a:ext>
            </a:extLst>
          </p:cNvPr>
          <p:cNvSpPr/>
          <p:nvPr/>
        </p:nvSpPr>
        <p:spPr>
          <a:xfrm>
            <a:off x="4212223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5 QUE CORRESPONDE AL PROMOTOR CON EL CLIENTE LUEGO DE EJECUTAR LA VENTA</a:t>
            </a:r>
            <a:endParaRPr lang="es-EC" dirty="0"/>
          </a:p>
          <a:p>
            <a:pPr algn="ctr"/>
            <a:endParaRPr lang="es-EC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64ABE702-1B47-551F-98F5-2AAD19BAB425}"/>
              </a:ext>
            </a:extLst>
          </p:cNvPr>
          <p:cNvSpPr/>
          <p:nvPr/>
        </p:nvSpPr>
        <p:spPr>
          <a:xfrm>
            <a:off x="8181849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6 QUE CORRESPONDE AL PROMOTOR CON EL CLIENTE LUEGO DE EJECUTAR LA VENTA</a:t>
            </a:r>
            <a:endParaRPr lang="es-EC" dirty="0"/>
          </a:p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5931650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7" id="{1A24BFC3-9246-43A9-9202-46A3626B0BAA}" vid="{5E73EA85-5525-49DF-8AC0-245BBD36B1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740</TotalTime>
  <Words>268</Words>
  <Application>Microsoft Office PowerPoint</Application>
  <PresentationFormat>Panorámica</PresentationFormat>
  <Paragraphs>70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Samsung Sharp Sans</vt:lpstr>
      <vt:lpstr>Segoe UI Variable Display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Moreira</dc:creator>
  <cp:lastModifiedBy>Carlos Moreira</cp:lastModifiedBy>
  <cp:revision>31</cp:revision>
  <dcterms:created xsi:type="dcterms:W3CDTF">2023-12-05T22:05:31Z</dcterms:created>
  <dcterms:modified xsi:type="dcterms:W3CDTF">2026-06-29T22:16:13Z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55eccb-a6cb-4371-9596-60001fa51bf2_Enabled">
    <vt:lpwstr>true</vt:lpwstr>
  </property>
  <property fmtid="{D5CDD505-2E9C-101B-9397-08002B2CF9AE}" pid="3" name="MSIP_Label_fe55eccb-a6cb-4371-9596-60001fa51bf2_SetDate">
    <vt:lpwstr>2023-12-04T18:39:19Z</vt:lpwstr>
  </property>
  <property fmtid="{D5CDD505-2E9C-101B-9397-08002B2CF9AE}" pid="4" name="MSIP_Label_fe55eccb-a6cb-4371-9596-60001fa51bf2_Method">
    <vt:lpwstr>Standard</vt:lpwstr>
  </property>
  <property fmtid="{D5CDD505-2E9C-101B-9397-08002B2CF9AE}" pid="5" name="MSIP_Label_fe55eccb-a6cb-4371-9596-60001fa51bf2_Name">
    <vt:lpwstr>defa4170-0d19-0005-0004-bc88714345d2</vt:lpwstr>
  </property>
  <property fmtid="{D5CDD505-2E9C-101B-9397-08002B2CF9AE}" pid="6" name="MSIP_Label_fe55eccb-a6cb-4371-9596-60001fa51bf2_SiteId">
    <vt:lpwstr>67398f92-bb46-4491-88f2-e8edd58401bd</vt:lpwstr>
  </property>
  <property fmtid="{D5CDD505-2E9C-101B-9397-08002B2CF9AE}" pid="7" name="MSIP_Label_fe55eccb-a6cb-4371-9596-60001fa51bf2_ActionId">
    <vt:lpwstr>25c0adb7-8575-4064-ba52-fe28ec81480a</vt:lpwstr>
  </property>
  <property fmtid="{D5CDD505-2E9C-101B-9397-08002B2CF9AE}" pid="8" name="MSIP_Label_fe55eccb-a6cb-4371-9596-60001fa51bf2_ContentBits">
    <vt:lpwstr>0</vt:lpwstr>
  </property>
</Properties>
</file>