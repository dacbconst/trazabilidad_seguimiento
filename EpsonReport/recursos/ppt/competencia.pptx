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95" r:id="rId3"/>
    <p:sldId id="530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A289"/>
    <a:srgbClr val="8ACCFE"/>
    <a:srgbClr val="3B8FCF"/>
    <a:srgbClr val="FFFFFF"/>
    <a:srgbClr val="00467B"/>
    <a:srgbClr val="BFBFBF"/>
    <a:srgbClr val="DA236F"/>
    <a:srgbClr val="A6A6A6"/>
    <a:srgbClr val="084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900BD-E5A9-4F16-A724-16B784FA6777}" v="13" dt="2023-11-01T22:08:44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9" autoAdjust="0"/>
    <p:restoredTop sz="94660"/>
  </p:normalViewPr>
  <p:slideViewPr>
    <p:cSldViewPr snapToGrid="0">
      <p:cViewPr varScale="1">
        <p:scale>
          <a:sx n="82" d="100"/>
          <a:sy n="82" d="100"/>
        </p:scale>
        <p:origin x="7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3" Type="http://schemas.microsoft.com/office/2015/10/relationships/revisionInfo" Target="revisionInfo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oreira" userId="e5d6a36f-fa0a-4004-9cb6-bb3821999a6c" providerId="ADAL" clId="{8E05BE8D-8154-4714-9380-7CC557040EC1}"/>
    <pc:docChg chg="custSel addSld delSld modSld">
      <pc:chgData name="Carlos Moreira" userId="e5d6a36f-fa0a-4004-9cb6-bb3821999a6c" providerId="ADAL" clId="{8E05BE8D-8154-4714-9380-7CC557040EC1}" dt="2023-10-16T17:31:08.797" v="687" actId="1076"/>
      <pc:docMkLst>
        <pc:docMk/>
      </pc:docMkLst>
      <pc:sldChg chg="modSp mod">
        <pc:chgData name="Carlos Moreira" userId="e5d6a36f-fa0a-4004-9cb6-bb3821999a6c" providerId="ADAL" clId="{8E05BE8D-8154-4714-9380-7CC557040EC1}" dt="2023-10-16T16:15:05.321" v="9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8E05BE8D-8154-4714-9380-7CC557040EC1}" dt="2023-10-16T16:15:05.321" v="9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8E05BE8D-8154-4714-9380-7CC557040EC1}" dt="2023-10-16T16:25:07.792" v="363" actId="20577"/>
        <pc:sldMkLst>
          <pc:docMk/>
          <pc:sldMk cId="1663769316" sldId="512"/>
        </pc:sldMkLst>
        <pc:spChg chg="mod">
          <ac:chgData name="Carlos Moreira" userId="e5d6a36f-fa0a-4004-9cb6-bb3821999a6c" providerId="ADAL" clId="{8E05BE8D-8154-4714-9380-7CC557040EC1}" dt="2023-10-16T16:24:00.581" v="232" actId="20577"/>
          <ac:spMkLst>
            <pc:docMk/>
            <pc:sldMk cId="1663769316" sldId="512"/>
            <ac:spMk id="6" creationId="{F8F0BEDB-D840-FCBF-4984-E32213F2C625}"/>
          </ac:spMkLst>
        </pc:spChg>
        <pc:spChg chg="mod">
          <ac:chgData name="Carlos Moreira" userId="e5d6a36f-fa0a-4004-9cb6-bb3821999a6c" providerId="ADAL" clId="{8E05BE8D-8154-4714-9380-7CC557040EC1}" dt="2023-10-16T16:24:15.192" v="255" actId="20577"/>
          <ac:spMkLst>
            <pc:docMk/>
            <pc:sldMk cId="1663769316" sldId="512"/>
            <ac:spMk id="8" creationId="{A0DA051D-091F-772C-2A24-F7D12000363C}"/>
          </ac:spMkLst>
        </pc:spChg>
        <pc:spChg chg="mod">
          <ac:chgData name="Carlos Moreira" userId="e5d6a36f-fa0a-4004-9cb6-bb3821999a6c" providerId="ADAL" clId="{8E05BE8D-8154-4714-9380-7CC557040EC1}" dt="2023-10-16T16:15:21.922" v="41" actId="20577"/>
          <ac:spMkLst>
            <pc:docMk/>
            <pc:sldMk cId="1663769316" sldId="512"/>
            <ac:spMk id="9" creationId="{20504549-E32D-4248-A49C-9E524511F98D}"/>
          </ac:spMkLst>
        </pc:spChg>
        <pc:spChg chg="mod">
          <ac:chgData name="Carlos Moreira" userId="e5d6a36f-fa0a-4004-9cb6-bb3821999a6c" providerId="ADAL" clId="{8E05BE8D-8154-4714-9380-7CC557040EC1}" dt="2023-10-16T16:25:07.792" v="363" actId="20577"/>
          <ac:spMkLst>
            <pc:docMk/>
            <pc:sldMk cId="1663769316" sldId="512"/>
            <ac:spMk id="11" creationId="{AFE767E1-927A-0FCC-8FBE-FC025A2B7A81}"/>
          </ac:spMkLst>
        </pc:spChg>
        <pc:picChg chg="del">
          <ac:chgData name="Carlos Moreira" userId="e5d6a36f-fa0a-4004-9cb6-bb3821999a6c" providerId="ADAL" clId="{8E05BE8D-8154-4714-9380-7CC557040EC1}" dt="2023-10-16T16:17:50.872" v="111" actId="478"/>
          <ac:picMkLst>
            <pc:docMk/>
            <pc:sldMk cId="1663769316" sldId="512"/>
            <ac:picMk id="2" creationId="{A0C9D909-58F6-FB1B-1423-B5E6F6A3BFCD}"/>
          </ac:picMkLst>
        </pc:picChg>
        <pc:picChg chg="add mod">
          <ac:chgData name="Carlos Moreira" userId="e5d6a36f-fa0a-4004-9cb6-bb3821999a6c" providerId="ADAL" clId="{8E05BE8D-8154-4714-9380-7CC557040EC1}" dt="2023-10-16T16:23:54.543" v="206" actId="1076"/>
          <ac:picMkLst>
            <pc:docMk/>
            <pc:sldMk cId="1663769316" sldId="512"/>
            <ac:picMk id="4" creationId="{5CC9BB45-D059-C838-7143-DECE05CBDC74}"/>
          </ac:picMkLst>
        </pc:picChg>
        <pc:picChg chg="del">
          <ac:chgData name="Carlos Moreira" userId="e5d6a36f-fa0a-4004-9cb6-bb3821999a6c" providerId="ADAL" clId="{8E05BE8D-8154-4714-9380-7CC557040EC1}" dt="2023-10-16T16:17:50.872" v="111" actId="478"/>
          <ac:picMkLst>
            <pc:docMk/>
            <pc:sldMk cId="1663769316" sldId="512"/>
            <ac:picMk id="7" creationId="{700F07AD-E9E6-68CE-0D36-7037C8045DD5}"/>
          </ac:picMkLst>
        </pc:picChg>
        <pc:picChg chg="del">
          <ac:chgData name="Carlos Moreira" userId="e5d6a36f-fa0a-4004-9cb6-bb3821999a6c" providerId="ADAL" clId="{8E05BE8D-8154-4714-9380-7CC557040EC1}" dt="2023-10-16T16:17:50.872" v="111" actId="478"/>
          <ac:picMkLst>
            <pc:docMk/>
            <pc:sldMk cId="1663769316" sldId="512"/>
            <ac:picMk id="10" creationId="{8549E205-83B7-A981-A363-F5A1C9A9A397}"/>
          </ac:picMkLst>
        </pc:picChg>
        <pc:picChg chg="add mod">
          <ac:chgData name="Carlos Moreira" userId="e5d6a36f-fa0a-4004-9cb6-bb3821999a6c" providerId="ADAL" clId="{8E05BE8D-8154-4714-9380-7CC557040EC1}" dt="2023-10-16T16:24:34.311" v="261" actId="1076"/>
          <ac:picMkLst>
            <pc:docMk/>
            <pc:sldMk cId="1663769316" sldId="512"/>
            <ac:picMk id="12" creationId="{209FF14C-4B37-FEA0-8DAA-98301AB23B00}"/>
          </ac:picMkLst>
        </pc:picChg>
        <pc:picChg chg="add mod">
          <ac:chgData name="Carlos Moreira" userId="e5d6a36f-fa0a-4004-9cb6-bb3821999a6c" providerId="ADAL" clId="{8E05BE8D-8154-4714-9380-7CC557040EC1}" dt="2023-10-16T16:24:29.672" v="259" actId="1076"/>
          <ac:picMkLst>
            <pc:docMk/>
            <pc:sldMk cId="1663769316" sldId="512"/>
            <ac:picMk id="13" creationId="{6A8E79AB-685E-4EF6-BBB9-9E7DB4E713B5}"/>
          </ac:picMkLst>
        </pc:picChg>
      </pc:sldChg>
      <pc:sldChg chg="addSp delSp modSp mod">
        <pc:chgData name="Carlos Moreira" userId="e5d6a36f-fa0a-4004-9cb6-bb3821999a6c" providerId="ADAL" clId="{8E05BE8D-8154-4714-9380-7CC557040EC1}" dt="2023-10-16T17:26:44.422" v="681" actId="1076"/>
        <pc:sldMkLst>
          <pc:docMk/>
          <pc:sldMk cId="1170610028" sldId="513"/>
        </pc:sldMkLst>
        <pc:spChg chg="mod">
          <ac:chgData name="Carlos Moreira" userId="e5d6a36f-fa0a-4004-9cb6-bb3821999a6c" providerId="ADAL" clId="{8E05BE8D-8154-4714-9380-7CC557040EC1}" dt="2023-10-16T17:26:44.422" v="681" actId="1076"/>
          <ac:spMkLst>
            <pc:docMk/>
            <pc:sldMk cId="1170610028" sldId="513"/>
            <ac:spMk id="6" creationId="{36B827D0-7185-079D-0187-23A613AF1B96}"/>
          </ac:spMkLst>
        </pc:spChg>
        <pc:spChg chg="mod">
          <ac:chgData name="Carlos Moreira" userId="e5d6a36f-fa0a-4004-9cb6-bb3821999a6c" providerId="ADAL" clId="{8E05BE8D-8154-4714-9380-7CC557040EC1}" dt="2023-10-16T16:15:44.772" v="79" actId="20577"/>
          <ac:spMkLst>
            <pc:docMk/>
            <pc:sldMk cId="1170610028" sldId="513"/>
            <ac:spMk id="9" creationId="{20504549-E32D-4248-A49C-9E524511F98D}"/>
          </ac:spMkLst>
        </pc:spChg>
        <pc:picChg chg="add mod">
          <ac:chgData name="Carlos Moreira" userId="e5d6a36f-fa0a-4004-9cb6-bb3821999a6c" providerId="ADAL" clId="{8E05BE8D-8154-4714-9380-7CC557040EC1}" dt="2023-10-16T17:26:44.422" v="681" actId="1076"/>
          <ac:picMkLst>
            <pc:docMk/>
            <pc:sldMk cId="1170610028" sldId="513"/>
            <ac:picMk id="2" creationId="{37820883-9096-9254-D558-85DF32C14DCA}"/>
          </ac:picMkLst>
        </pc:picChg>
        <pc:picChg chg="del">
          <ac:chgData name="Carlos Moreira" userId="e5d6a36f-fa0a-4004-9cb6-bb3821999a6c" providerId="ADAL" clId="{8E05BE8D-8154-4714-9380-7CC557040EC1}" dt="2023-10-16T16:17:57.212" v="113" actId="478"/>
          <ac:picMkLst>
            <pc:docMk/>
            <pc:sldMk cId="1170610028" sldId="513"/>
            <ac:picMk id="4" creationId="{FB6162F8-A2BA-F65C-A23B-31E1CE3EEC62}"/>
          </ac:picMkLst>
        </pc:picChg>
      </pc:sldChg>
      <pc:sldChg chg="addSp delSp modSp mod">
        <pc:chgData name="Carlos Moreira" userId="e5d6a36f-fa0a-4004-9cb6-bb3821999a6c" providerId="ADAL" clId="{8E05BE8D-8154-4714-9380-7CC557040EC1}" dt="2023-10-16T17:27:01.159" v="685" actId="1076"/>
        <pc:sldMkLst>
          <pc:docMk/>
          <pc:sldMk cId="1315261602" sldId="514"/>
        </pc:sldMkLst>
        <pc:spChg chg="del">
          <ac:chgData name="Carlos Moreira" userId="e5d6a36f-fa0a-4004-9cb6-bb3821999a6c" providerId="ADAL" clId="{8E05BE8D-8154-4714-9380-7CC557040EC1}" dt="2023-10-16T17:20:49.327" v="536" actId="478"/>
          <ac:spMkLst>
            <pc:docMk/>
            <pc:sldMk cId="1315261602" sldId="514"/>
            <ac:spMk id="4" creationId="{78B63D7D-B7BC-BD0C-3C0A-E0BD627B5773}"/>
          </ac:spMkLst>
        </pc:spChg>
        <pc:spChg chg="add mod">
          <ac:chgData name="Carlos Moreira" userId="e5d6a36f-fa0a-4004-9cb6-bb3821999a6c" providerId="ADAL" clId="{8E05BE8D-8154-4714-9380-7CC557040EC1}" dt="2023-10-16T17:27:01.159" v="685" actId="1076"/>
          <ac:spMkLst>
            <pc:docMk/>
            <pc:sldMk cId="1315261602" sldId="514"/>
            <ac:spMk id="7" creationId="{AE5AE40F-43D2-2C1A-592B-31A579E68E02}"/>
          </ac:spMkLst>
        </pc:spChg>
        <pc:spChg chg="mod">
          <ac:chgData name="Carlos Moreira" userId="e5d6a36f-fa0a-4004-9cb6-bb3821999a6c" providerId="ADAL" clId="{8E05BE8D-8154-4714-9380-7CC557040EC1}" dt="2023-10-16T16:15:59.802" v="99" actId="20577"/>
          <ac:spMkLst>
            <pc:docMk/>
            <pc:sldMk cId="1315261602" sldId="514"/>
            <ac:spMk id="9" creationId="{20504549-E32D-4248-A49C-9E524511F98D}"/>
          </ac:spMkLst>
        </pc:spChg>
        <pc:picChg chg="add mod">
          <ac:chgData name="Carlos Moreira" userId="e5d6a36f-fa0a-4004-9cb6-bb3821999a6c" providerId="ADAL" clId="{8E05BE8D-8154-4714-9380-7CC557040EC1}" dt="2023-10-16T17:27:01.159" v="685" actId="1076"/>
          <ac:picMkLst>
            <pc:docMk/>
            <pc:sldMk cId="1315261602" sldId="514"/>
            <ac:picMk id="2" creationId="{B8DDD3EB-B02B-71F2-BE20-495448AEC41B}"/>
          </ac:picMkLst>
        </pc:picChg>
      </pc:sldChg>
      <pc:sldChg chg="addSp delSp modSp mod">
        <pc:chgData name="Carlos Moreira" userId="e5d6a36f-fa0a-4004-9cb6-bb3821999a6c" providerId="ADAL" clId="{8E05BE8D-8154-4714-9380-7CC557040EC1}" dt="2023-10-16T17:30:18.187" v="686" actId="1076"/>
        <pc:sldMkLst>
          <pc:docMk/>
          <pc:sldMk cId="1029446250" sldId="515"/>
        </pc:sldMkLst>
        <pc:spChg chg="mod">
          <ac:chgData name="Carlos Moreira" userId="e5d6a36f-fa0a-4004-9cb6-bb3821999a6c" providerId="ADAL" clId="{8E05BE8D-8154-4714-9380-7CC557040EC1}" dt="2023-10-16T17:26:40.377" v="680" actId="1076"/>
          <ac:spMkLst>
            <pc:docMk/>
            <pc:sldMk cId="1029446250" sldId="515"/>
            <ac:spMk id="7" creationId="{BC9B48C8-A950-67D0-10E5-16AFA879F99E}"/>
          </ac:spMkLst>
        </pc:spChg>
        <pc:spChg chg="mod">
          <ac:chgData name="Carlos Moreira" userId="e5d6a36f-fa0a-4004-9cb6-bb3821999a6c" providerId="ADAL" clId="{8E05BE8D-8154-4714-9380-7CC557040EC1}" dt="2023-10-16T16:15:36.361" v="65" actId="20577"/>
          <ac:spMkLst>
            <pc:docMk/>
            <pc:sldMk cId="1029446250" sldId="515"/>
            <ac:spMk id="9" creationId="{20504549-E32D-4248-A49C-9E524511F98D}"/>
          </ac:spMkLst>
        </pc:spChg>
        <pc:spChg chg="mod">
          <ac:chgData name="Carlos Moreira" userId="e5d6a36f-fa0a-4004-9cb6-bb3821999a6c" providerId="ADAL" clId="{8E05BE8D-8154-4714-9380-7CC557040EC1}" dt="2023-10-16T17:30:18.187" v="686" actId="1076"/>
          <ac:spMkLst>
            <pc:docMk/>
            <pc:sldMk cId="1029446250" sldId="515"/>
            <ac:spMk id="11" creationId="{65E86C28-2215-C748-3E4F-7DBC1639F72F}"/>
          </ac:spMkLst>
        </pc:spChg>
        <pc:spChg chg="del">
          <ac:chgData name="Carlos Moreira" userId="e5d6a36f-fa0a-4004-9cb6-bb3821999a6c" providerId="ADAL" clId="{8E05BE8D-8154-4714-9380-7CC557040EC1}" dt="2023-10-16T17:25:02.623" v="651" actId="478"/>
          <ac:spMkLst>
            <pc:docMk/>
            <pc:sldMk cId="1029446250" sldId="515"/>
            <ac:spMk id="13" creationId="{C61F836C-6B7E-6AFA-6A36-CCABFE754823}"/>
          </ac:spMkLst>
        </pc:spChg>
        <pc:picChg chg="del">
          <ac:chgData name="Carlos Moreira" userId="e5d6a36f-fa0a-4004-9cb6-bb3821999a6c" providerId="ADAL" clId="{8E05BE8D-8154-4714-9380-7CC557040EC1}" dt="2023-10-16T16:17:54.781" v="112" actId="478"/>
          <ac:picMkLst>
            <pc:docMk/>
            <pc:sldMk cId="1029446250" sldId="515"/>
            <ac:picMk id="2" creationId="{E8AA2CEC-4690-F7BA-8109-6CED0CDDE181}"/>
          </ac:picMkLst>
        </pc:picChg>
        <pc:picChg chg="add mod">
          <ac:chgData name="Carlos Moreira" userId="e5d6a36f-fa0a-4004-9cb6-bb3821999a6c" providerId="ADAL" clId="{8E05BE8D-8154-4714-9380-7CC557040EC1}" dt="2023-10-16T17:30:18.187" v="686" actId="1076"/>
          <ac:picMkLst>
            <pc:docMk/>
            <pc:sldMk cId="1029446250" sldId="515"/>
            <ac:picMk id="4" creationId="{E160C202-5310-27F6-8FB2-2C0811CC14EB}"/>
          </ac:picMkLst>
        </pc:picChg>
        <pc:picChg chg="add mod">
          <ac:chgData name="Carlos Moreira" userId="e5d6a36f-fa0a-4004-9cb6-bb3821999a6c" providerId="ADAL" clId="{8E05BE8D-8154-4714-9380-7CC557040EC1}" dt="2023-10-16T17:30:18.187" v="686" actId="1076"/>
          <ac:picMkLst>
            <pc:docMk/>
            <pc:sldMk cId="1029446250" sldId="515"/>
            <ac:picMk id="6" creationId="{A3AA8504-D3B7-0A72-3C03-247F179E0B21}"/>
          </ac:picMkLst>
        </pc:picChg>
        <pc:picChg chg="del">
          <ac:chgData name="Carlos Moreira" userId="e5d6a36f-fa0a-4004-9cb6-bb3821999a6c" providerId="ADAL" clId="{8E05BE8D-8154-4714-9380-7CC557040EC1}" dt="2023-10-16T16:17:54.781" v="112" actId="478"/>
          <ac:picMkLst>
            <pc:docMk/>
            <pc:sldMk cId="1029446250" sldId="515"/>
            <ac:picMk id="8" creationId="{B5572CBB-4751-0C95-8D34-4263D0617B53}"/>
          </ac:picMkLst>
        </pc:picChg>
        <pc:picChg chg="del">
          <ac:chgData name="Carlos Moreira" userId="e5d6a36f-fa0a-4004-9cb6-bb3821999a6c" providerId="ADAL" clId="{8E05BE8D-8154-4714-9380-7CC557040EC1}" dt="2023-10-16T16:17:54.781" v="112" actId="478"/>
          <ac:picMkLst>
            <pc:docMk/>
            <pc:sldMk cId="1029446250" sldId="515"/>
            <ac:picMk id="12" creationId="{14344E3C-9EFF-7755-4CE6-960362194599}"/>
          </ac:picMkLst>
        </pc:picChg>
      </pc:sldChg>
      <pc:sldChg chg="modSp mod">
        <pc:chgData name="Carlos Moreira" userId="e5d6a36f-fa0a-4004-9cb6-bb3821999a6c" providerId="ADAL" clId="{8E05BE8D-8154-4714-9380-7CC557040EC1}" dt="2023-10-16T16:16:06.386" v="109" actId="20577"/>
        <pc:sldMkLst>
          <pc:docMk/>
          <pc:sldMk cId="1546239747" sldId="524"/>
        </pc:sldMkLst>
        <pc:spChg chg="mod">
          <ac:chgData name="Carlos Moreira" userId="e5d6a36f-fa0a-4004-9cb6-bb3821999a6c" providerId="ADAL" clId="{8E05BE8D-8154-4714-9380-7CC557040EC1}" dt="2023-10-16T16:16:06.386" v="109" actId="20577"/>
          <ac:spMkLst>
            <pc:docMk/>
            <pc:sldMk cId="1546239747" sldId="524"/>
            <ac:spMk id="9" creationId="{20504549-E32D-4248-A49C-9E524511F98D}"/>
          </ac:spMkLst>
        </pc:spChg>
      </pc:sldChg>
      <pc:sldChg chg="addSp delSp modSp mod">
        <pc:chgData name="Carlos Moreira" userId="e5d6a36f-fa0a-4004-9cb6-bb3821999a6c" providerId="ADAL" clId="{8E05BE8D-8154-4714-9380-7CC557040EC1}" dt="2023-10-16T17:22:42.622" v="564"/>
        <pc:sldMkLst>
          <pc:docMk/>
          <pc:sldMk cId="1196396230" sldId="525"/>
        </pc:sldMkLst>
        <pc:spChg chg="mod">
          <ac:chgData name="Carlos Moreira" userId="e5d6a36f-fa0a-4004-9cb6-bb3821999a6c" providerId="ADAL" clId="{8E05BE8D-8154-4714-9380-7CC557040EC1}" dt="2023-10-16T16:18:33.832" v="202" actId="20577"/>
          <ac:spMkLst>
            <pc:docMk/>
            <pc:sldMk cId="1196396230" sldId="525"/>
            <ac:spMk id="7" creationId="{66149D74-D1CD-F2C2-7EBE-3758A0EF789E}"/>
          </ac:spMkLst>
        </pc:spChg>
        <pc:spChg chg="mod">
          <ac:chgData name="Carlos Moreira" userId="e5d6a36f-fa0a-4004-9cb6-bb3821999a6c" providerId="ADAL" clId="{8E05BE8D-8154-4714-9380-7CC557040EC1}" dt="2023-10-16T17:22:17.277" v="559"/>
          <ac:spMkLst>
            <pc:docMk/>
            <pc:sldMk cId="1196396230" sldId="525"/>
            <ac:spMk id="8" creationId="{4503C5F6-8364-5231-749E-41E36A10849E}"/>
          </ac:spMkLst>
        </pc:spChg>
        <pc:spChg chg="mod">
          <ac:chgData name="Carlos Moreira" userId="e5d6a36f-fa0a-4004-9cb6-bb3821999a6c" providerId="ADAL" clId="{8E05BE8D-8154-4714-9380-7CC557040EC1}" dt="2023-10-16T16:15:53.001" v="89" actId="20577"/>
          <ac:spMkLst>
            <pc:docMk/>
            <pc:sldMk cId="1196396230" sldId="525"/>
            <ac:spMk id="9" creationId="{20504549-E32D-4248-A49C-9E524511F98D}"/>
          </ac:spMkLst>
        </pc:spChg>
        <pc:spChg chg="mod">
          <ac:chgData name="Carlos Moreira" userId="e5d6a36f-fa0a-4004-9cb6-bb3821999a6c" providerId="ADAL" clId="{8E05BE8D-8154-4714-9380-7CC557040EC1}" dt="2023-10-16T17:22:42.622" v="564"/>
          <ac:spMkLst>
            <pc:docMk/>
            <pc:sldMk cId="1196396230" sldId="525"/>
            <ac:spMk id="11" creationId="{3A1A915B-65B7-8542-4BAD-C5258B3F15AB}"/>
          </ac:spMkLst>
        </pc:spChg>
        <pc:picChg chg="del">
          <ac:chgData name="Carlos Moreira" userId="e5d6a36f-fa0a-4004-9cb6-bb3821999a6c" providerId="ADAL" clId="{8E05BE8D-8154-4714-9380-7CC557040EC1}" dt="2023-10-16T16:18:01.651" v="114" actId="478"/>
          <ac:picMkLst>
            <pc:docMk/>
            <pc:sldMk cId="1196396230" sldId="525"/>
            <ac:picMk id="2" creationId="{B8D9246C-668C-EF24-518D-312F7A53AB7F}"/>
          </ac:picMkLst>
        </pc:picChg>
        <pc:picChg chg="del">
          <ac:chgData name="Carlos Moreira" userId="e5d6a36f-fa0a-4004-9cb6-bb3821999a6c" providerId="ADAL" clId="{8E05BE8D-8154-4714-9380-7CC557040EC1}" dt="2023-10-16T16:18:01.651" v="114" actId="478"/>
          <ac:picMkLst>
            <pc:docMk/>
            <pc:sldMk cId="1196396230" sldId="525"/>
            <ac:picMk id="4" creationId="{CD9DB5B3-CA52-E6F4-49FA-CF8A556C47BF}"/>
          </ac:picMkLst>
        </pc:picChg>
        <pc:picChg chg="add mod">
          <ac:chgData name="Carlos Moreira" userId="e5d6a36f-fa0a-4004-9cb6-bb3821999a6c" providerId="ADAL" clId="{8E05BE8D-8154-4714-9380-7CC557040EC1}" dt="2023-10-16T16:18:07.672" v="117" actId="1076"/>
          <ac:picMkLst>
            <pc:docMk/>
            <pc:sldMk cId="1196396230" sldId="525"/>
            <ac:picMk id="6" creationId="{00AA03CD-244C-5166-CCB3-DA14B81B484F}"/>
          </ac:picMkLst>
        </pc:picChg>
        <pc:picChg chg="del">
          <ac:chgData name="Carlos Moreira" userId="e5d6a36f-fa0a-4004-9cb6-bb3821999a6c" providerId="ADAL" clId="{8E05BE8D-8154-4714-9380-7CC557040EC1}" dt="2023-10-16T16:18:01.651" v="114" actId="478"/>
          <ac:picMkLst>
            <pc:docMk/>
            <pc:sldMk cId="1196396230" sldId="525"/>
            <ac:picMk id="10" creationId="{FB78B336-D87F-B311-7AE9-4F1F737EDF7D}"/>
          </ac:picMkLst>
        </pc:picChg>
        <pc:picChg chg="add mod">
          <ac:chgData name="Carlos Moreira" userId="e5d6a36f-fa0a-4004-9cb6-bb3821999a6c" providerId="ADAL" clId="{8E05BE8D-8154-4714-9380-7CC557040EC1}" dt="2023-10-16T17:22:09.037" v="558" actId="1076"/>
          <ac:picMkLst>
            <pc:docMk/>
            <pc:sldMk cId="1196396230" sldId="525"/>
            <ac:picMk id="13" creationId="{3871812C-49EB-12C6-C2F8-7EFC060509D4}"/>
          </ac:picMkLst>
        </pc:picChg>
        <pc:picChg chg="add mod">
          <ac:chgData name="Carlos Moreira" userId="e5d6a36f-fa0a-4004-9cb6-bb3821999a6c" providerId="ADAL" clId="{8E05BE8D-8154-4714-9380-7CC557040EC1}" dt="2023-10-16T17:22:33.897" v="563" actId="1076"/>
          <ac:picMkLst>
            <pc:docMk/>
            <pc:sldMk cId="1196396230" sldId="525"/>
            <ac:picMk id="14" creationId="{9703B6C0-B54B-FC93-507E-66CD484C9352}"/>
          </ac:picMkLst>
        </pc:picChg>
      </pc:sldChg>
      <pc:sldChg chg="addSp delSp modSp add mod">
        <pc:chgData name="Carlos Moreira" userId="e5d6a36f-fa0a-4004-9cb6-bb3821999a6c" providerId="ADAL" clId="{8E05BE8D-8154-4714-9380-7CC557040EC1}" dt="2023-10-16T16:28:48.177" v="528" actId="1076"/>
        <pc:sldMkLst>
          <pc:docMk/>
          <pc:sldMk cId="1618417433" sldId="526"/>
        </pc:sldMkLst>
        <pc:spChg chg="mod">
          <ac:chgData name="Carlos Moreira" userId="e5d6a36f-fa0a-4004-9cb6-bb3821999a6c" providerId="ADAL" clId="{8E05BE8D-8154-4714-9380-7CC557040EC1}" dt="2023-10-16T16:27:59.472" v="514" actId="1076"/>
          <ac:spMkLst>
            <pc:docMk/>
            <pc:sldMk cId="1618417433" sldId="526"/>
            <ac:spMk id="6" creationId="{F8F0BEDB-D840-FCBF-4984-E32213F2C625}"/>
          </ac:spMkLst>
        </pc:spChg>
        <pc:spChg chg="mod">
          <ac:chgData name="Carlos Moreira" userId="e5d6a36f-fa0a-4004-9cb6-bb3821999a6c" providerId="ADAL" clId="{8E05BE8D-8154-4714-9380-7CC557040EC1}" dt="2023-10-16T16:28:12.633" v="518" actId="1076"/>
          <ac:spMkLst>
            <pc:docMk/>
            <pc:sldMk cId="1618417433" sldId="526"/>
            <ac:spMk id="8" creationId="{A0DA051D-091F-772C-2A24-F7D12000363C}"/>
          </ac:spMkLst>
        </pc:spChg>
        <pc:spChg chg="del">
          <ac:chgData name="Carlos Moreira" userId="e5d6a36f-fa0a-4004-9cb6-bb3821999a6c" providerId="ADAL" clId="{8E05BE8D-8154-4714-9380-7CC557040EC1}" dt="2023-10-16T16:27:11.532" v="459" actId="478"/>
          <ac:spMkLst>
            <pc:docMk/>
            <pc:sldMk cId="1618417433" sldId="526"/>
            <ac:spMk id="11" creationId="{AFE767E1-927A-0FCC-8FBE-FC025A2B7A81}"/>
          </ac:spMkLst>
        </pc:spChg>
        <pc:spChg chg="add mod">
          <ac:chgData name="Carlos Moreira" userId="e5d6a36f-fa0a-4004-9cb6-bb3821999a6c" providerId="ADAL" clId="{8E05BE8D-8154-4714-9380-7CC557040EC1}" dt="2023-10-16T16:28:48.177" v="528" actId="1076"/>
          <ac:spMkLst>
            <pc:docMk/>
            <pc:sldMk cId="1618417433" sldId="526"/>
            <ac:spMk id="14" creationId="{81E3B7BA-1544-7940-D570-AB8C28B83B0A}"/>
          </ac:spMkLst>
        </pc:spChg>
        <pc:picChg chg="add mod">
          <ac:chgData name="Carlos Moreira" userId="e5d6a36f-fa0a-4004-9cb6-bb3821999a6c" providerId="ADAL" clId="{8E05BE8D-8154-4714-9380-7CC557040EC1}" dt="2023-10-16T16:28:04.008" v="516" actId="1076"/>
          <ac:picMkLst>
            <pc:docMk/>
            <pc:sldMk cId="1618417433" sldId="526"/>
            <ac:picMk id="2" creationId="{963CC259-D688-E12A-5ADC-1B81EB71C98A}"/>
          </ac:picMkLst>
        </pc:picChg>
        <pc:picChg chg="del">
          <ac:chgData name="Carlos Moreira" userId="e5d6a36f-fa0a-4004-9cb6-bb3821999a6c" providerId="ADAL" clId="{8E05BE8D-8154-4714-9380-7CC557040EC1}" dt="2023-10-16T16:26:01.152" v="365" actId="478"/>
          <ac:picMkLst>
            <pc:docMk/>
            <pc:sldMk cId="1618417433" sldId="526"/>
            <ac:picMk id="4" creationId="{5CC9BB45-D059-C838-7143-DECE05CBDC74}"/>
          </ac:picMkLst>
        </pc:picChg>
        <pc:picChg chg="add mod">
          <ac:chgData name="Carlos Moreira" userId="e5d6a36f-fa0a-4004-9cb6-bb3821999a6c" providerId="ADAL" clId="{8E05BE8D-8154-4714-9380-7CC557040EC1}" dt="2023-10-16T16:28:44.473" v="526" actId="1076"/>
          <ac:picMkLst>
            <pc:docMk/>
            <pc:sldMk cId="1618417433" sldId="526"/>
            <ac:picMk id="7" creationId="{9CD8DDDB-8A61-7827-279C-34C8728C678A}"/>
          </ac:picMkLst>
        </pc:picChg>
        <pc:picChg chg="add mod">
          <ac:chgData name="Carlos Moreira" userId="e5d6a36f-fa0a-4004-9cb6-bb3821999a6c" providerId="ADAL" clId="{8E05BE8D-8154-4714-9380-7CC557040EC1}" dt="2023-10-16T16:28:45.653" v="527" actId="1076"/>
          <ac:picMkLst>
            <pc:docMk/>
            <pc:sldMk cId="1618417433" sldId="526"/>
            <ac:picMk id="10" creationId="{ACE79420-11C9-30B7-EA28-C69EEB4731F2}"/>
          </ac:picMkLst>
        </pc:picChg>
        <pc:picChg chg="del">
          <ac:chgData name="Carlos Moreira" userId="e5d6a36f-fa0a-4004-9cb6-bb3821999a6c" providerId="ADAL" clId="{8E05BE8D-8154-4714-9380-7CC557040EC1}" dt="2023-10-16T16:26:01.152" v="365" actId="478"/>
          <ac:picMkLst>
            <pc:docMk/>
            <pc:sldMk cId="1618417433" sldId="526"/>
            <ac:picMk id="12" creationId="{209FF14C-4B37-FEA0-8DAA-98301AB23B00}"/>
          </ac:picMkLst>
        </pc:picChg>
        <pc:picChg chg="del">
          <ac:chgData name="Carlos Moreira" userId="e5d6a36f-fa0a-4004-9cb6-bb3821999a6c" providerId="ADAL" clId="{8E05BE8D-8154-4714-9380-7CC557040EC1}" dt="2023-10-16T16:26:01.152" v="365" actId="478"/>
          <ac:picMkLst>
            <pc:docMk/>
            <pc:sldMk cId="1618417433" sldId="526"/>
            <ac:picMk id="13" creationId="{6A8E79AB-685E-4EF6-BBB9-9E7DB4E713B5}"/>
          </ac:picMkLst>
        </pc:picChg>
      </pc:sldChg>
      <pc:sldChg chg="modSp del mod">
        <pc:chgData name="Carlos Moreira" userId="e5d6a36f-fa0a-4004-9cb6-bb3821999a6c" providerId="ADAL" clId="{8E05BE8D-8154-4714-9380-7CC557040EC1}" dt="2023-10-16T16:17:27.444" v="110" actId="47"/>
        <pc:sldMkLst>
          <pc:docMk/>
          <pc:sldMk cId="3527013771" sldId="526"/>
        </pc:sldMkLst>
        <pc:spChg chg="mod">
          <ac:chgData name="Carlos Moreira" userId="e5d6a36f-fa0a-4004-9cb6-bb3821999a6c" providerId="ADAL" clId="{8E05BE8D-8154-4714-9380-7CC557040EC1}" dt="2023-10-16T16:15:30.778" v="55" actId="20577"/>
          <ac:spMkLst>
            <pc:docMk/>
            <pc:sldMk cId="3527013771" sldId="526"/>
            <ac:spMk id="9" creationId="{20504549-E32D-4248-A49C-9E524511F98D}"/>
          </ac:spMkLst>
        </pc:spChg>
      </pc:sldChg>
      <pc:sldChg chg="addSp delSp modSp add mod">
        <pc:chgData name="Carlos Moreira" userId="e5d6a36f-fa0a-4004-9cb6-bb3821999a6c" providerId="ADAL" clId="{8E05BE8D-8154-4714-9380-7CC557040EC1}" dt="2023-10-16T17:31:08.797" v="687" actId="1076"/>
        <pc:sldMkLst>
          <pc:docMk/>
          <pc:sldMk cId="2041743975" sldId="527"/>
        </pc:sldMkLst>
        <pc:spChg chg="mod">
          <ac:chgData name="Carlos Moreira" userId="e5d6a36f-fa0a-4004-9cb6-bb3821999a6c" providerId="ADAL" clId="{8E05BE8D-8154-4714-9380-7CC557040EC1}" dt="2023-10-16T17:26:55.877" v="684" actId="1076"/>
          <ac:spMkLst>
            <pc:docMk/>
            <pc:sldMk cId="2041743975" sldId="527"/>
            <ac:spMk id="7" creationId="{66149D74-D1CD-F2C2-7EBE-3758A0EF789E}"/>
          </ac:spMkLst>
        </pc:spChg>
        <pc:spChg chg="mod">
          <ac:chgData name="Carlos Moreira" userId="e5d6a36f-fa0a-4004-9cb6-bb3821999a6c" providerId="ADAL" clId="{8E05BE8D-8154-4714-9380-7CC557040EC1}" dt="2023-10-16T17:31:08.797" v="687" actId="1076"/>
          <ac:spMkLst>
            <pc:docMk/>
            <pc:sldMk cId="2041743975" sldId="527"/>
            <ac:spMk id="8" creationId="{4503C5F6-8364-5231-749E-41E36A10849E}"/>
          </ac:spMkLst>
        </pc:spChg>
        <pc:spChg chg="del">
          <ac:chgData name="Carlos Moreira" userId="e5d6a36f-fa0a-4004-9cb6-bb3821999a6c" providerId="ADAL" clId="{8E05BE8D-8154-4714-9380-7CC557040EC1}" dt="2023-10-16T17:26:51.347" v="682" actId="478"/>
          <ac:spMkLst>
            <pc:docMk/>
            <pc:sldMk cId="2041743975" sldId="527"/>
            <ac:spMk id="11" creationId="{3A1A915B-65B7-8542-4BAD-C5258B3F15AB}"/>
          </ac:spMkLst>
        </pc:spChg>
        <pc:picChg chg="add mod">
          <ac:chgData name="Carlos Moreira" userId="e5d6a36f-fa0a-4004-9cb6-bb3821999a6c" providerId="ADAL" clId="{8E05BE8D-8154-4714-9380-7CC557040EC1}" dt="2023-10-16T17:31:08.797" v="687" actId="1076"/>
          <ac:picMkLst>
            <pc:docMk/>
            <pc:sldMk cId="2041743975" sldId="527"/>
            <ac:picMk id="2" creationId="{5BD0F181-6B71-ED0B-014D-55EF34BC8211}"/>
          </ac:picMkLst>
        </pc:picChg>
        <pc:picChg chg="add mod">
          <ac:chgData name="Carlos Moreira" userId="e5d6a36f-fa0a-4004-9cb6-bb3821999a6c" providerId="ADAL" clId="{8E05BE8D-8154-4714-9380-7CC557040EC1}" dt="2023-10-16T17:31:08.797" v="687" actId="1076"/>
          <ac:picMkLst>
            <pc:docMk/>
            <pc:sldMk cId="2041743975" sldId="527"/>
            <ac:picMk id="4" creationId="{65C51AC0-2FF9-87C4-08C8-F6F441D50279}"/>
          </ac:picMkLst>
        </pc:picChg>
        <pc:picChg chg="del">
          <ac:chgData name="Carlos Moreira" userId="e5d6a36f-fa0a-4004-9cb6-bb3821999a6c" providerId="ADAL" clId="{8E05BE8D-8154-4714-9380-7CC557040EC1}" dt="2023-10-16T17:23:26.707" v="571" actId="478"/>
          <ac:picMkLst>
            <pc:docMk/>
            <pc:sldMk cId="2041743975" sldId="527"/>
            <ac:picMk id="6" creationId="{00AA03CD-244C-5166-CCB3-DA14B81B484F}"/>
          </ac:picMkLst>
        </pc:picChg>
        <pc:picChg chg="del">
          <ac:chgData name="Carlos Moreira" userId="e5d6a36f-fa0a-4004-9cb6-bb3821999a6c" providerId="ADAL" clId="{8E05BE8D-8154-4714-9380-7CC557040EC1}" dt="2023-10-16T17:23:26.707" v="571" actId="478"/>
          <ac:picMkLst>
            <pc:docMk/>
            <pc:sldMk cId="2041743975" sldId="527"/>
            <ac:picMk id="13" creationId="{3871812C-49EB-12C6-C2F8-7EFC060509D4}"/>
          </ac:picMkLst>
        </pc:picChg>
        <pc:picChg chg="del">
          <ac:chgData name="Carlos Moreira" userId="e5d6a36f-fa0a-4004-9cb6-bb3821999a6c" providerId="ADAL" clId="{8E05BE8D-8154-4714-9380-7CC557040EC1}" dt="2023-10-16T17:23:26.707" v="571" actId="478"/>
          <ac:picMkLst>
            <pc:docMk/>
            <pc:sldMk cId="2041743975" sldId="527"/>
            <ac:picMk id="14" creationId="{9703B6C0-B54B-FC93-507E-66CD484C9352}"/>
          </ac:picMkLst>
        </pc:picChg>
      </pc:sldChg>
    </pc:docChg>
  </pc:docChgLst>
  <pc:docChgLst>
    <pc:chgData name="Carlos Moreira" userId="e5d6a36f-fa0a-4004-9cb6-bb3821999a6c" providerId="ADAL" clId="{A57900BD-E5A9-4F16-A724-16B784FA6777}"/>
    <pc:docChg chg="undo custSel addSld delSld modSld">
      <pc:chgData name="Carlos Moreira" userId="e5d6a36f-fa0a-4004-9cb6-bb3821999a6c" providerId="ADAL" clId="{A57900BD-E5A9-4F16-A724-16B784FA6777}" dt="2023-11-01T22:09:13.196" v="831" actId="1076"/>
      <pc:docMkLst>
        <pc:docMk/>
      </pc:docMkLst>
      <pc:sldChg chg="modSp mod">
        <pc:chgData name="Carlos Moreira" userId="e5d6a36f-fa0a-4004-9cb6-bb3821999a6c" providerId="ADAL" clId="{A57900BD-E5A9-4F16-A724-16B784FA6777}" dt="2023-10-31T23:01:52.921" v="8" actId="6549"/>
        <pc:sldMkLst>
          <pc:docMk/>
          <pc:sldMk cId="3042202022" sldId="295"/>
        </pc:sldMkLst>
        <pc:spChg chg="mod">
          <ac:chgData name="Carlos Moreira" userId="e5d6a36f-fa0a-4004-9cb6-bb3821999a6c" providerId="ADAL" clId="{A57900BD-E5A9-4F16-A724-16B784FA6777}" dt="2023-10-31T23:01:52.921" v="8" actId="6549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A57900BD-E5A9-4F16-A724-16B784FA6777}" dt="2023-11-01T22:09:13.196" v="831" actId="1076"/>
        <pc:sldMkLst>
          <pc:docMk/>
          <pc:sldMk cId="1663769316" sldId="512"/>
        </pc:sldMkLst>
        <pc:spChg chg="add del mod">
          <ac:chgData name="Carlos Moreira" userId="e5d6a36f-fa0a-4004-9cb6-bb3821999a6c" providerId="ADAL" clId="{A57900BD-E5A9-4F16-A724-16B784FA6777}" dt="2023-11-01T22:08:20.476" v="763" actId="478"/>
          <ac:spMkLst>
            <pc:docMk/>
            <pc:sldMk cId="1663769316" sldId="512"/>
            <ac:spMk id="2" creationId="{82B6CD1B-8C35-8D83-7E92-D8A0B7227E36}"/>
          </ac:spMkLst>
        </pc:spChg>
        <pc:spChg chg="del">
          <ac:chgData name="Carlos Moreira" userId="e5d6a36f-fa0a-4004-9cb6-bb3821999a6c" providerId="ADAL" clId="{A57900BD-E5A9-4F16-A724-16B784FA6777}" dt="2023-11-01T21:45:00.206" v="725" actId="478"/>
          <ac:spMkLst>
            <pc:docMk/>
            <pc:sldMk cId="1663769316" sldId="512"/>
            <ac:spMk id="6" creationId="{F8F0BEDB-D840-FCBF-4984-E32213F2C625}"/>
          </ac:spMkLst>
        </pc:spChg>
        <pc:spChg chg="add mod">
          <ac:chgData name="Carlos Moreira" userId="e5d6a36f-fa0a-4004-9cb6-bb3821999a6c" providerId="ADAL" clId="{A57900BD-E5A9-4F16-A724-16B784FA6777}" dt="2023-11-01T22:09:06.380" v="830" actId="20577"/>
          <ac:spMkLst>
            <pc:docMk/>
            <pc:sldMk cId="1663769316" sldId="512"/>
            <ac:spMk id="7" creationId="{9EFB9CE1-B2D1-A041-FE2D-199C9DBCB5D2}"/>
          </ac:spMkLst>
        </pc:spChg>
        <pc:spChg chg="del">
          <ac:chgData name="Carlos Moreira" userId="e5d6a36f-fa0a-4004-9cb6-bb3821999a6c" providerId="ADAL" clId="{A57900BD-E5A9-4F16-A724-16B784FA6777}" dt="2023-11-01T21:45:00.206" v="725" actId="478"/>
          <ac:spMkLst>
            <pc:docMk/>
            <pc:sldMk cId="1663769316" sldId="512"/>
            <ac:spMk id="8" creationId="{A0DA051D-091F-772C-2A24-F7D12000363C}"/>
          </ac:spMkLst>
        </pc:spChg>
        <pc:spChg chg="mod">
          <ac:chgData name="Carlos Moreira" userId="e5d6a36f-fa0a-4004-9cb6-bb3821999a6c" providerId="ADAL" clId="{A57900BD-E5A9-4F16-A724-16B784FA6777}" dt="2023-11-01T22:04:37.171" v="736" actId="20577"/>
          <ac:spMkLst>
            <pc:docMk/>
            <pc:sldMk cId="1663769316" sldId="512"/>
            <ac:spMk id="9" creationId="{20504549-E32D-4248-A49C-9E524511F98D}"/>
          </ac:spMkLst>
        </pc:spChg>
        <pc:spChg chg="del">
          <ac:chgData name="Carlos Moreira" userId="e5d6a36f-fa0a-4004-9cb6-bb3821999a6c" providerId="ADAL" clId="{A57900BD-E5A9-4F16-A724-16B784FA6777}" dt="2023-11-01T21:45:00.206" v="725" actId="478"/>
          <ac:spMkLst>
            <pc:docMk/>
            <pc:sldMk cId="1663769316" sldId="512"/>
            <ac:spMk id="11" creationId="{AFE767E1-927A-0FCC-8FBE-FC025A2B7A81}"/>
          </ac:spMkLst>
        </pc:spChg>
        <pc:picChg chg="del">
          <ac:chgData name="Carlos Moreira" userId="e5d6a36f-fa0a-4004-9cb6-bb3821999a6c" providerId="ADAL" clId="{A57900BD-E5A9-4F16-A724-16B784FA6777}" dt="2023-11-01T21:34:36.401" v="10" actId="478"/>
          <ac:picMkLst>
            <pc:docMk/>
            <pc:sldMk cId="1663769316" sldId="512"/>
            <ac:picMk id="4" creationId="{5CC9BB45-D059-C838-7143-DECE05CBDC74}"/>
          </ac:picMkLst>
        </pc:picChg>
        <pc:picChg chg="add mod modCrop">
          <ac:chgData name="Carlos Moreira" userId="e5d6a36f-fa0a-4004-9cb6-bb3821999a6c" providerId="ADAL" clId="{A57900BD-E5A9-4F16-A724-16B784FA6777}" dt="2023-11-01T22:09:13.196" v="831" actId="1076"/>
          <ac:picMkLst>
            <pc:docMk/>
            <pc:sldMk cId="1663769316" sldId="512"/>
            <ac:picMk id="6" creationId="{68D3B0B7-5067-4425-D60B-D96DD189E473}"/>
          </ac:picMkLst>
        </pc:picChg>
        <pc:picChg chg="del">
          <ac:chgData name="Carlos Moreira" userId="e5d6a36f-fa0a-4004-9cb6-bb3821999a6c" providerId="ADAL" clId="{A57900BD-E5A9-4F16-A724-16B784FA6777}" dt="2023-11-01T21:34:36.401" v="10" actId="478"/>
          <ac:picMkLst>
            <pc:docMk/>
            <pc:sldMk cId="1663769316" sldId="512"/>
            <ac:picMk id="12" creationId="{209FF14C-4B37-FEA0-8DAA-98301AB23B00}"/>
          </ac:picMkLst>
        </pc:picChg>
        <pc:picChg chg="del">
          <ac:chgData name="Carlos Moreira" userId="e5d6a36f-fa0a-4004-9cb6-bb3821999a6c" providerId="ADAL" clId="{A57900BD-E5A9-4F16-A724-16B784FA6777}" dt="2023-11-01T21:34:36.401" v="10" actId="478"/>
          <ac:picMkLst>
            <pc:docMk/>
            <pc:sldMk cId="1663769316" sldId="512"/>
            <ac:picMk id="13" creationId="{6A8E79AB-685E-4EF6-BBB9-9E7DB4E713B5}"/>
          </ac:picMkLst>
        </pc:picChg>
      </pc:sldChg>
      <pc:sldChg chg="addSp delSp modSp mod">
        <pc:chgData name="Carlos Moreira" userId="e5d6a36f-fa0a-4004-9cb6-bb3821999a6c" providerId="ADAL" clId="{A57900BD-E5A9-4F16-A724-16B784FA6777}" dt="2023-11-01T22:04:48.655" v="746" actId="20577"/>
        <pc:sldMkLst>
          <pc:docMk/>
          <pc:sldMk cId="1170610028" sldId="513"/>
        </pc:sldMkLst>
        <pc:spChg chg="add del mod">
          <ac:chgData name="Carlos Moreira" userId="e5d6a36f-fa0a-4004-9cb6-bb3821999a6c" providerId="ADAL" clId="{A57900BD-E5A9-4F16-A724-16B784FA6777}" dt="2023-11-01T21:44:37.520" v="720" actId="20577"/>
          <ac:spMkLst>
            <pc:docMk/>
            <pc:sldMk cId="1170610028" sldId="513"/>
            <ac:spMk id="6" creationId="{36B827D0-7185-079D-0187-23A613AF1B96}"/>
          </ac:spMkLst>
        </pc:spChg>
        <pc:spChg chg="mod">
          <ac:chgData name="Carlos Moreira" userId="e5d6a36f-fa0a-4004-9cb6-bb3821999a6c" providerId="ADAL" clId="{A57900BD-E5A9-4F16-A724-16B784FA6777}" dt="2023-11-01T22:04:48.655" v="746" actId="20577"/>
          <ac:spMkLst>
            <pc:docMk/>
            <pc:sldMk cId="1170610028" sldId="513"/>
            <ac:spMk id="9" creationId="{20504549-E32D-4248-A49C-9E524511F98D}"/>
          </ac:spMkLst>
        </pc:spChg>
        <pc:picChg chg="del">
          <ac:chgData name="Carlos Moreira" userId="e5d6a36f-fa0a-4004-9cb6-bb3821999a6c" providerId="ADAL" clId="{A57900BD-E5A9-4F16-A724-16B784FA6777}" dt="2023-11-01T21:34:42.058" v="12" actId="478"/>
          <ac:picMkLst>
            <pc:docMk/>
            <pc:sldMk cId="1170610028" sldId="513"/>
            <ac:picMk id="2" creationId="{37820883-9096-9254-D558-85DF32C14DCA}"/>
          </ac:picMkLst>
        </pc:picChg>
      </pc:sldChg>
      <pc:sldChg chg="addSp delSp modSp mod">
        <pc:chgData name="Carlos Moreira" userId="e5d6a36f-fa0a-4004-9cb6-bb3821999a6c" providerId="ADAL" clId="{A57900BD-E5A9-4F16-A724-16B784FA6777}" dt="2023-11-01T22:05:06.837" v="758" actId="20577"/>
        <pc:sldMkLst>
          <pc:docMk/>
          <pc:sldMk cId="1315261602" sldId="514"/>
        </pc:sldMkLst>
        <pc:spChg chg="add mod">
          <ac:chgData name="Carlos Moreira" userId="e5d6a36f-fa0a-4004-9cb6-bb3821999a6c" providerId="ADAL" clId="{A57900BD-E5A9-4F16-A724-16B784FA6777}" dt="2023-11-01T21:44:51.850" v="723"/>
          <ac:spMkLst>
            <pc:docMk/>
            <pc:sldMk cId="1315261602" sldId="514"/>
            <ac:spMk id="2" creationId="{FC8F1687-26A1-6B52-EEE0-B2AE7A0876C6}"/>
          </ac:spMkLst>
        </pc:spChg>
        <pc:spChg chg="del">
          <ac:chgData name="Carlos Moreira" userId="e5d6a36f-fa0a-4004-9cb6-bb3821999a6c" providerId="ADAL" clId="{A57900BD-E5A9-4F16-A724-16B784FA6777}" dt="2023-11-01T21:44:42.465" v="721" actId="478"/>
          <ac:spMkLst>
            <pc:docMk/>
            <pc:sldMk cId="1315261602" sldId="514"/>
            <ac:spMk id="7" creationId="{AE5AE40F-43D2-2C1A-592B-31A579E68E02}"/>
          </ac:spMkLst>
        </pc:spChg>
        <pc:spChg chg="mod">
          <ac:chgData name="Carlos Moreira" userId="e5d6a36f-fa0a-4004-9cb6-bb3821999a6c" providerId="ADAL" clId="{A57900BD-E5A9-4F16-A724-16B784FA6777}" dt="2023-11-01T22:05:06.837" v="758" actId="20577"/>
          <ac:spMkLst>
            <pc:docMk/>
            <pc:sldMk cId="1315261602" sldId="514"/>
            <ac:spMk id="9" creationId="{20504549-E32D-4248-A49C-9E524511F98D}"/>
          </ac:spMkLst>
        </pc:spChg>
        <pc:picChg chg="del">
          <ac:chgData name="Carlos Moreira" userId="e5d6a36f-fa0a-4004-9cb6-bb3821999a6c" providerId="ADAL" clId="{A57900BD-E5A9-4F16-A724-16B784FA6777}" dt="2023-11-01T21:34:53.762" v="15" actId="478"/>
          <ac:picMkLst>
            <pc:docMk/>
            <pc:sldMk cId="1315261602" sldId="514"/>
            <ac:picMk id="2" creationId="{B8DDD3EB-B02B-71F2-BE20-495448AEC41B}"/>
          </ac:picMkLst>
        </pc:picChg>
      </pc:sldChg>
      <pc:sldChg chg="addSp delSp modSp mod">
        <pc:chgData name="Carlos Moreira" userId="e5d6a36f-fa0a-4004-9cb6-bb3821999a6c" providerId="ADAL" clId="{A57900BD-E5A9-4F16-A724-16B784FA6777}" dt="2023-11-01T22:04:43.188" v="742" actId="20577"/>
        <pc:sldMkLst>
          <pc:docMk/>
          <pc:sldMk cId="1029446250" sldId="515"/>
        </pc:sldMkLst>
        <pc:spChg chg="mod">
          <ac:chgData name="Carlos Moreira" userId="e5d6a36f-fa0a-4004-9cb6-bb3821999a6c" providerId="ADAL" clId="{A57900BD-E5A9-4F16-A724-16B784FA6777}" dt="2023-11-01T21:38:14.967" v="408" actId="20577"/>
          <ac:spMkLst>
            <pc:docMk/>
            <pc:sldMk cId="1029446250" sldId="515"/>
            <ac:spMk id="7" creationId="{BC9B48C8-A950-67D0-10E5-16AFA879F99E}"/>
          </ac:spMkLst>
        </pc:spChg>
        <pc:spChg chg="mod">
          <ac:chgData name="Carlos Moreira" userId="e5d6a36f-fa0a-4004-9cb6-bb3821999a6c" providerId="ADAL" clId="{A57900BD-E5A9-4F16-A724-16B784FA6777}" dt="2023-11-01T22:04:43.188" v="742" actId="20577"/>
          <ac:spMkLst>
            <pc:docMk/>
            <pc:sldMk cId="1029446250" sldId="515"/>
            <ac:spMk id="9" creationId="{20504549-E32D-4248-A49C-9E524511F98D}"/>
          </ac:spMkLst>
        </pc:spChg>
        <pc:spChg chg="mod">
          <ac:chgData name="Carlos Moreira" userId="e5d6a36f-fa0a-4004-9cb6-bb3821999a6c" providerId="ADAL" clId="{A57900BD-E5A9-4F16-A724-16B784FA6777}" dt="2023-11-01T21:39:09.474" v="504" actId="20577"/>
          <ac:spMkLst>
            <pc:docMk/>
            <pc:sldMk cId="1029446250" sldId="515"/>
            <ac:spMk id="11" creationId="{65E86C28-2215-C748-3E4F-7DBC1639F72F}"/>
          </ac:spMkLst>
        </pc:spChg>
        <pc:picChg chg="add mod">
          <ac:chgData name="Carlos Moreira" userId="e5d6a36f-fa0a-4004-9cb6-bb3821999a6c" providerId="ADAL" clId="{A57900BD-E5A9-4F16-A724-16B784FA6777}" dt="2023-11-01T21:37:47.807" v="318" actId="1076"/>
          <ac:picMkLst>
            <pc:docMk/>
            <pc:sldMk cId="1029446250" sldId="515"/>
            <ac:picMk id="2" creationId="{E4FB75B5-9B79-E375-3C9A-31BD843448D8}"/>
          </ac:picMkLst>
        </pc:picChg>
        <pc:picChg chg="del">
          <ac:chgData name="Carlos Moreira" userId="e5d6a36f-fa0a-4004-9cb6-bb3821999a6c" providerId="ADAL" clId="{A57900BD-E5A9-4F16-A724-16B784FA6777}" dt="2023-11-01T21:34:39.300" v="11" actId="478"/>
          <ac:picMkLst>
            <pc:docMk/>
            <pc:sldMk cId="1029446250" sldId="515"/>
            <ac:picMk id="4" creationId="{E160C202-5310-27F6-8FB2-2C0811CC14EB}"/>
          </ac:picMkLst>
        </pc:picChg>
        <pc:picChg chg="del">
          <ac:chgData name="Carlos Moreira" userId="e5d6a36f-fa0a-4004-9cb6-bb3821999a6c" providerId="ADAL" clId="{A57900BD-E5A9-4F16-A724-16B784FA6777}" dt="2023-11-01T21:34:39.300" v="11" actId="478"/>
          <ac:picMkLst>
            <pc:docMk/>
            <pc:sldMk cId="1029446250" sldId="515"/>
            <ac:picMk id="6" creationId="{A3AA8504-D3B7-0A72-3C03-247F179E0B21}"/>
          </ac:picMkLst>
        </pc:picChg>
        <pc:picChg chg="add mod">
          <ac:chgData name="Carlos Moreira" userId="e5d6a36f-fa0a-4004-9cb6-bb3821999a6c" providerId="ADAL" clId="{A57900BD-E5A9-4F16-A724-16B784FA6777}" dt="2023-11-01T21:38:39.388" v="411" actId="1076"/>
          <ac:picMkLst>
            <pc:docMk/>
            <pc:sldMk cId="1029446250" sldId="515"/>
            <ac:picMk id="8" creationId="{D6E49A8E-E1D2-25E9-C1DA-3D96F907DF01}"/>
          </ac:picMkLst>
        </pc:picChg>
      </pc:sldChg>
      <pc:sldChg chg="addSp delSp modSp mod">
        <pc:chgData name="Carlos Moreira" userId="e5d6a36f-fa0a-4004-9cb6-bb3821999a6c" providerId="ADAL" clId="{A57900BD-E5A9-4F16-A724-16B784FA6777}" dt="2023-11-01T22:05:12.130" v="762" actId="20577"/>
        <pc:sldMkLst>
          <pc:docMk/>
          <pc:sldMk cId="1546239747" sldId="524"/>
        </pc:sldMkLst>
        <pc:spChg chg="add mod">
          <ac:chgData name="Carlos Moreira" userId="e5d6a36f-fa0a-4004-9cb6-bb3821999a6c" providerId="ADAL" clId="{A57900BD-E5A9-4F16-A724-16B784FA6777}" dt="2023-11-01T21:44:53.258" v="724"/>
          <ac:spMkLst>
            <pc:docMk/>
            <pc:sldMk cId="1546239747" sldId="524"/>
            <ac:spMk id="2" creationId="{CC37FC60-3C16-3785-DC55-A533D8EE42B4}"/>
          </ac:spMkLst>
        </pc:spChg>
        <pc:spChg chg="del">
          <ac:chgData name="Carlos Moreira" userId="e5d6a36f-fa0a-4004-9cb6-bb3821999a6c" providerId="ADAL" clId="{A57900BD-E5A9-4F16-A724-16B784FA6777}" dt="2023-11-01T21:44:46.885" v="722" actId="478"/>
          <ac:spMkLst>
            <pc:docMk/>
            <pc:sldMk cId="1546239747" sldId="524"/>
            <ac:spMk id="8" creationId="{40F471CC-41E2-61A3-8233-42C78011DAB6}"/>
          </ac:spMkLst>
        </pc:spChg>
        <pc:spChg chg="mod">
          <ac:chgData name="Carlos Moreira" userId="e5d6a36f-fa0a-4004-9cb6-bb3821999a6c" providerId="ADAL" clId="{A57900BD-E5A9-4F16-A724-16B784FA6777}" dt="2023-11-01T22:05:12.130" v="762" actId="20577"/>
          <ac:spMkLst>
            <pc:docMk/>
            <pc:sldMk cId="1546239747" sldId="524"/>
            <ac:spMk id="9" creationId="{20504549-E32D-4248-A49C-9E524511F98D}"/>
          </ac:spMkLst>
        </pc:spChg>
        <pc:picChg chg="del">
          <ac:chgData name="Carlos Moreira" userId="e5d6a36f-fa0a-4004-9cb6-bb3821999a6c" providerId="ADAL" clId="{A57900BD-E5A9-4F16-A724-16B784FA6777}" dt="2023-11-01T21:34:58.111" v="16" actId="478"/>
          <ac:picMkLst>
            <pc:docMk/>
            <pc:sldMk cId="1546239747" sldId="524"/>
            <ac:picMk id="2" creationId="{63FD1FB1-B4CE-4A46-3397-7B33241E925E}"/>
          </ac:picMkLst>
        </pc:picChg>
      </pc:sldChg>
      <pc:sldChg chg="addSp delSp modSp mod">
        <pc:chgData name="Carlos Moreira" userId="e5d6a36f-fa0a-4004-9cb6-bb3821999a6c" providerId="ADAL" clId="{A57900BD-E5A9-4F16-A724-16B784FA6777}" dt="2023-11-01T22:04:54.018" v="750" actId="20577"/>
        <pc:sldMkLst>
          <pc:docMk/>
          <pc:sldMk cId="1196396230" sldId="525"/>
        </pc:sldMkLst>
        <pc:spChg chg="mod">
          <ac:chgData name="Carlos Moreira" userId="e5d6a36f-fa0a-4004-9cb6-bb3821999a6c" providerId="ADAL" clId="{A57900BD-E5A9-4F16-A724-16B784FA6777}" dt="2023-11-01T21:36:07.766" v="125" actId="20577"/>
          <ac:spMkLst>
            <pc:docMk/>
            <pc:sldMk cId="1196396230" sldId="525"/>
            <ac:spMk id="7" creationId="{66149D74-D1CD-F2C2-7EBE-3758A0EF789E}"/>
          </ac:spMkLst>
        </pc:spChg>
        <pc:spChg chg="mod">
          <ac:chgData name="Carlos Moreira" userId="e5d6a36f-fa0a-4004-9cb6-bb3821999a6c" providerId="ADAL" clId="{A57900BD-E5A9-4F16-A724-16B784FA6777}" dt="2023-11-01T21:36:55.280" v="229" actId="20577"/>
          <ac:spMkLst>
            <pc:docMk/>
            <pc:sldMk cId="1196396230" sldId="525"/>
            <ac:spMk id="8" creationId="{4503C5F6-8364-5231-749E-41E36A10849E}"/>
          </ac:spMkLst>
        </pc:spChg>
        <pc:spChg chg="mod">
          <ac:chgData name="Carlos Moreira" userId="e5d6a36f-fa0a-4004-9cb6-bb3821999a6c" providerId="ADAL" clId="{A57900BD-E5A9-4F16-A724-16B784FA6777}" dt="2023-11-01T22:04:54.018" v="750" actId="20577"/>
          <ac:spMkLst>
            <pc:docMk/>
            <pc:sldMk cId="1196396230" sldId="525"/>
            <ac:spMk id="9" creationId="{20504549-E32D-4248-A49C-9E524511F98D}"/>
          </ac:spMkLst>
        </pc:spChg>
        <pc:spChg chg="mod">
          <ac:chgData name="Carlos Moreira" userId="e5d6a36f-fa0a-4004-9cb6-bb3821999a6c" providerId="ADAL" clId="{A57900BD-E5A9-4F16-A724-16B784FA6777}" dt="2023-11-01T21:37:33.348" v="316" actId="20577"/>
          <ac:spMkLst>
            <pc:docMk/>
            <pc:sldMk cId="1196396230" sldId="525"/>
            <ac:spMk id="11" creationId="{3A1A915B-65B7-8542-4BAD-C5258B3F15AB}"/>
          </ac:spMkLst>
        </pc:spChg>
        <pc:picChg chg="add mod">
          <ac:chgData name="Carlos Moreira" userId="e5d6a36f-fa0a-4004-9cb6-bb3821999a6c" providerId="ADAL" clId="{A57900BD-E5A9-4F16-A724-16B784FA6777}" dt="2023-11-01T21:35:26.789" v="20" actId="1076"/>
          <ac:picMkLst>
            <pc:docMk/>
            <pc:sldMk cId="1196396230" sldId="525"/>
            <ac:picMk id="2" creationId="{BE17C067-3A4C-0DE1-FD3A-5B81E169EA0E}"/>
          </ac:picMkLst>
        </pc:picChg>
        <pc:picChg chg="add mod">
          <ac:chgData name="Carlos Moreira" userId="e5d6a36f-fa0a-4004-9cb6-bb3821999a6c" providerId="ADAL" clId="{A57900BD-E5A9-4F16-A724-16B784FA6777}" dt="2023-11-01T21:36:26.841" v="130" actId="14100"/>
          <ac:picMkLst>
            <pc:docMk/>
            <pc:sldMk cId="1196396230" sldId="525"/>
            <ac:picMk id="4" creationId="{C4997338-9F8E-0433-9198-7F1625164E3E}"/>
          </ac:picMkLst>
        </pc:picChg>
        <pc:picChg chg="del">
          <ac:chgData name="Carlos Moreira" userId="e5d6a36f-fa0a-4004-9cb6-bb3821999a6c" providerId="ADAL" clId="{A57900BD-E5A9-4F16-A724-16B784FA6777}" dt="2023-11-01T21:34:47.183" v="13" actId="478"/>
          <ac:picMkLst>
            <pc:docMk/>
            <pc:sldMk cId="1196396230" sldId="525"/>
            <ac:picMk id="6" creationId="{00AA03CD-244C-5166-CCB3-DA14B81B484F}"/>
          </ac:picMkLst>
        </pc:picChg>
        <pc:picChg chg="add mod">
          <ac:chgData name="Carlos Moreira" userId="e5d6a36f-fa0a-4004-9cb6-bb3821999a6c" providerId="ADAL" clId="{A57900BD-E5A9-4F16-A724-16B784FA6777}" dt="2023-11-01T21:37:14.523" v="233" actId="14100"/>
          <ac:picMkLst>
            <pc:docMk/>
            <pc:sldMk cId="1196396230" sldId="525"/>
            <ac:picMk id="10" creationId="{DD51E13B-853A-8E7C-8FF0-BC84C9B8C1EB}"/>
          </ac:picMkLst>
        </pc:picChg>
        <pc:picChg chg="del">
          <ac:chgData name="Carlos Moreira" userId="e5d6a36f-fa0a-4004-9cb6-bb3821999a6c" providerId="ADAL" clId="{A57900BD-E5A9-4F16-A724-16B784FA6777}" dt="2023-11-01T21:34:47.183" v="13" actId="478"/>
          <ac:picMkLst>
            <pc:docMk/>
            <pc:sldMk cId="1196396230" sldId="525"/>
            <ac:picMk id="13" creationId="{3871812C-49EB-12C6-C2F8-7EFC060509D4}"/>
          </ac:picMkLst>
        </pc:picChg>
        <pc:picChg chg="del">
          <ac:chgData name="Carlos Moreira" userId="e5d6a36f-fa0a-4004-9cb6-bb3821999a6c" providerId="ADAL" clId="{A57900BD-E5A9-4F16-A724-16B784FA6777}" dt="2023-11-01T21:34:47.183" v="13" actId="478"/>
          <ac:picMkLst>
            <pc:docMk/>
            <pc:sldMk cId="1196396230" sldId="525"/>
            <ac:picMk id="14" creationId="{9703B6C0-B54B-FC93-507E-66CD484C9352}"/>
          </ac:picMkLst>
        </pc:picChg>
      </pc:sldChg>
      <pc:sldChg chg="addSp delSp modSp add mod">
        <pc:chgData name="Carlos Moreira" userId="e5d6a36f-fa0a-4004-9cb6-bb3821999a6c" providerId="ADAL" clId="{A57900BD-E5A9-4F16-A724-16B784FA6777}" dt="2023-11-01T22:05:00.353" v="754" actId="20577"/>
        <pc:sldMkLst>
          <pc:docMk/>
          <pc:sldMk cId="1272731481" sldId="526"/>
        </pc:sldMkLst>
        <pc:spChg chg="mod">
          <ac:chgData name="Carlos Moreira" userId="e5d6a36f-fa0a-4004-9cb6-bb3821999a6c" providerId="ADAL" clId="{A57900BD-E5A9-4F16-A724-16B784FA6777}" dt="2023-11-01T21:40:10.566" v="615" actId="20577"/>
          <ac:spMkLst>
            <pc:docMk/>
            <pc:sldMk cId="1272731481" sldId="526"/>
            <ac:spMk id="7" creationId="{66149D74-D1CD-F2C2-7EBE-3758A0EF789E}"/>
          </ac:spMkLst>
        </pc:spChg>
        <pc:spChg chg="mod">
          <ac:chgData name="Carlos Moreira" userId="e5d6a36f-fa0a-4004-9cb6-bb3821999a6c" providerId="ADAL" clId="{A57900BD-E5A9-4F16-A724-16B784FA6777}" dt="2023-11-01T21:40:53.906" v="667" actId="20577"/>
          <ac:spMkLst>
            <pc:docMk/>
            <pc:sldMk cId="1272731481" sldId="526"/>
            <ac:spMk id="8" creationId="{4503C5F6-8364-5231-749E-41E36A10849E}"/>
          </ac:spMkLst>
        </pc:spChg>
        <pc:spChg chg="mod">
          <ac:chgData name="Carlos Moreira" userId="e5d6a36f-fa0a-4004-9cb6-bb3821999a6c" providerId="ADAL" clId="{A57900BD-E5A9-4F16-A724-16B784FA6777}" dt="2023-11-01T22:05:00.353" v="754" actId="20577"/>
          <ac:spMkLst>
            <pc:docMk/>
            <pc:sldMk cId="1272731481" sldId="526"/>
            <ac:spMk id="9" creationId="{20504549-E32D-4248-A49C-9E524511F98D}"/>
          </ac:spMkLst>
        </pc:spChg>
        <pc:spChg chg="del">
          <ac:chgData name="Carlos Moreira" userId="e5d6a36f-fa0a-4004-9cb6-bb3821999a6c" providerId="ADAL" clId="{A57900BD-E5A9-4F16-A724-16B784FA6777}" dt="2023-11-01T21:40:37.028" v="621" actId="478"/>
          <ac:spMkLst>
            <pc:docMk/>
            <pc:sldMk cId="1272731481" sldId="526"/>
            <ac:spMk id="11" creationId="{3A1A915B-65B7-8542-4BAD-C5258B3F15AB}"/>
          </ac:spMkLst>
        </pc:spChg>
        <pc:picChg chg="del">
          <ac:chgData name="Carlos Moreira" userId="e5d6a36f-fa0a-4004-9cb6-bb3821999a6c" providerId="ADAL" clId="{A57900BD-E5A9-4F16-A724-16B784FA6777}" dt="2023-11-01T21:39:37.461" v="506" actId="478"/>
          <ac:picMkLst>
            <pc:docMk/>
            <pc:sldMk cId="1272731481" sldId="526"/>
            <ac:picMk id="2" creationId="{BE17C067-3A4C-0DE1-FD3A-5B81E169EA0E}"/>
          </ac:picMkLst>
        </pc:picChg>
        <pc:picChg chg="del">
          <ac:chgData name="Carlos Moreira" userId="e5d6a36f-fa0a-4004-9cb6-bb3821999a6c" providerId="ADAL" clId="{A57900BD-E5A9-4F16-A724-16B784FA6777}" dt="2023-11-01T21:39:37.461" v="506" actId="478"/>
          <ac:picMkLst>
            <pc:docMk/>
            <pc:sldMk cId="1272731481" sldId="526"/>
            <ac:picMk id="4" creationId="{C4997338-9F8E-0433-9198-7F1625164E3E}"/>
          </ac:picMkLst>
        </pc:picChg>
        <pc:picChg chg="add mod">
          <ac:chgData name="Carlos Moreira" userId="e5d6a36f-fa0a-4004-9cb6-bb3821999a6c" providerId="ADAL" clId="{A57900BD-E5A9-4F16-A724-16B784FA6777}" dt="2023-11-01T21:39:44.532" v="509" actId="1076"/>
          <ac:picMkLst>
            <pc:docMk/>
            <pc:sldMk cId="1272731481" sldId="526"/>
            <ac:picMk id="6" creationId="{174A1B4C-5493-9A26-BFC2-C13FC0013F39}"/>
          </ac:picMkLst>
        </pc:picChg>
        <pc:picChg chg="del">
          <ac:chgData name="Carlos Moreira" userId="e5d6a36f-fa0a-4004-9cb6-bb3821999a6c" providerId="ADAL" clId="{A57900BD-E5A9-4F16-A724-16B784FA6777}" dt="2023-11-01T21:39:37.461" v="506" actId="478"/>
          <ac:picMkLst>
            <pc:docMk/>
            <pc:sldMk cId="1272731481" sldId="526"/>
            <ac:picMk id="10" creationId="{DD51E13B-853A-8E7C-8FF0-BC84C9B8C1EB}"/>
          </ac:picMkLst>
        </pc:picChg>
        <pc:picChg chg="add mod">
          <ac:chgData name="Carlos Moreira" userId="e5d6a36f-fa0a-4004-9cb6-bb3821999a6c" providerId="ADAL" clId="{A57900BD-E5A9-4F16-A724-16B784FA6777}" dt="2023-11-01T21:40:34.783" v="620" actId="14100"/>
          <ac:picMkLst>
            <pc:docMk/>
            <pc:sldMk cId="1272731481" sldId="526"/>
            <ac:picMk id="13" creationId="{16D8C981-8CEB-94B7-8432-46EBB4DCD241}"/>
          </ac:picMkLst>
        </pc:picChg>
        <pc:picChg chg="add mod">
          <ac:chgData name="Carlos Moreira" userId="e5d6a36f-fa0a-4004-9cb6-bb3821999a6c" providerId="ADAL" clId="{A57900BD-E5A9-4F16-A724-16B784FA6777}" dt="2023-11-01T21:40:25.407" v="618" actId="14100"/>
          <ac:picMkLst>
            <pc:docMk/>
            <pc:sldMk cId="1272731481" sldId="526"/>
            <ac:picMk id="14" creationId="{15CF2B60-34C7-9337-0111-A67046F856A7}"/>
          </ac:picMkLst>
        </pc:picChg>
      </pc:sldChg>
      <pc:sldChg chg="del">
        <pc:chgData name="Carlos Moreira" userId="e5d6a36f-fa0a-4004-9cb6-bb3821999a6c" providerId="ADAL" clId="{A57900BD-E5A9-4F16-A724-16B784FA6777}" dt="2023-11-01T21:34:30.919" v="9" actId="47"/>
        <pc:sldMkLst>
          <pc:docMk/>
          <pc:sldMk cId="1618417433" sldId="526"/>
        </pc:sldMkLst>
      </pc:sldChg>
      <pc:sldChg chg="del">
        <pc:chgData name="Carlos Moreira" userId="e5d6a36f-fa0a-4004-9cb6-bb3821999a6c" providerId="ADAL" clId="{A57900BD-E5A9-4F16-A724-16B784FA6777}" dt="2023-11-01T21:34:50.513" v="14" actId="47"/>
        <pc:sldMkLst>
          <pc:docMk/>
          <pc:sldMk cId="2041743975" sldId="527"/>
        </pc:sldMkLst>
      </pc:sldChg>
    </pc:docChg>
  </pc:docChgLst>
  <pc:docChgLst>
    <pc:chgData name="Carlos Moreira" userId="e5d6a36f-fa0a-4004-9cb6-bb3821999a6c" providerId="ADAL" clId="{B6BA59AE-A028-4A51-85EE-665D1F8B5044}"/>
    <pc:docChg chg="undo custSel addSld delSld modSld sldOrd">
      <pc:chgData name="Carlos Moreira" userId="e5d6a36f-fa0a-4004-9cb6-bb3821999a6c" providerId="ADAL" clId="{B6BA59AE-A028-4A51-85EE-665D1F8B5044}" dt="2023-02-15T17:22:53.226" v="935" actId="20577"/>
      <pc:docMkLst>
        <pc:docMk/>
      </pc:docMkLst>
      <pc:sldChg chg="modSp mod">
        <pc:chgData name="Carlos Moreira" userId="e5d6a36f-fa0a-4004-9cb6-bb3821999a6c" providerId="ADAL" clId="{B6BA59AE-A028-4A51-85EE-665D1F8B5044}" dt="2023-02-15T16:57:19.146" v="6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B6BA59AE-A028-4A51-85EE-665D1F8B5044}" dt="2023-02-15T16:57:19.146" v="6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B6BA59AE-A028-4A51-85EE-665D1F8B5044}" dt="2023-02-15T17:06:51.418" v="276" actId="554"/>
        <pc:sldMkLst>
          <pc:docMk/>
          <pc:sldMk cId="1663769316" sldId="512"/>
        </pc:sldMkLst>
        <pc:spChg chg="mod">
          <ac:chgData name="Carlos Moreira" userId="e5d6a36f-fa0a-4004-9cb6-bb3821999a6c" providerId="ADAL" clId="{B6BA59AE-A028-4A51-85EE-665D1F8B5044}" dt="2023-02-15T17:06:51.418" v="276" actId="554"/>
          <ac:spMkLst>
            <pc:docMk/>
            <pc:sldMk cId="1663769316" sldId="512"/>
            <ac:spMk id="4" creationId="{510031E1-D585-0B0A-9153-70209FCBE617}"/>
          </ac:spMkLst>
        </pc:spChg>
        <pc:spChg chg="mod">
          <ac:chgData name="Carlos Moreira" userId="e5d6a36f-fa0a-4004-9cb6-bb3821999a6c" providerId="ADAL" clId="{B6BA59AE-A028-4A51-85EE-665D1F8B5044}" dt="2023-02-15T17:06:51.418" v="276" actId="554"/>
          <ac:spMkLst>
            <pc:docMk/>
            <pc:sldMk cId="1663769316" sldId="512"/>
            <ac:spMk id="17" creationId="{11858EE9-5329-9975-F5EE-2D156D5F70FC}"/>
          </ac:spMkLst>
        </pc:spChg>
        <pc:spChg chg="mod">
          <ac:chgData name="Carlos Moreira" userId="e5d6a36f-fa0a-4004-9cb6-bb3821999a6c" providerId="ADAL" clId="{B6BA59AE-A028-4A51-85EE-665D1F8B5044}" dt="2023-02-15T17:06:51.418" v="276" actId="554"/>
          <ac:spMkLst>
            <pc:docMk/>
            <pc:sldMk cId="1663769316" sldId="512"/>
            <ac:spMk id="19" creationId="{C34B936F-E4E7-B29E-33A7-0B467866ED57}"/>
          </ac:spMkLst>
        </pc:spChg>
        <pc:picChg chg="add mod">
          <ac:chgData name="Carlos Moreira" userId="e5d6a36f-fa0a-4004-9cb6-bb3821999a6c" providerId="ADAL" clId="{B6BA59AE-A028-4A51-85EE-665D1F8B5044}" dt="2023-02-15T17:06:17.614" v="218" actId="14100"/>
          <ac:picMkLst>
            <pc:docMk/>
            <pc:sldMk cId="1663769316" sldId="512"/>
            <ac:picMk id="2" creationId="{8E6D0194-BF0D-28D4-30BB-A1A21B5D8A1B}"/>
          </ac:picMkLst>
        </pc:picChg>
        <pc:picChg chg="add mod">
          <ac:chgData name="Carlos Moreira" userId="e5d6a36f-fa0a-4004-9cb6-bb3821999a6c" providerId="ADAL" clId="{B6BA59AE-A028-4A51-85EE-665D1F8B5044}" dt="2023-02-15T17:06:13.555" v="216" actId="14100"/>
          <ac:picMkLst>
            <pc:docMk/>
            <pc:sldMk cId="1663769316" sldId="512"/>
            <ac:picMk id="6" creationId="{038FFC38-03A0-0CE4-84BB-38C06F1B982B}"/>
          </ac:picMkLst>
        </pc:picChg>
        <pc:picChg chg="add mod">
          <ac:chgData name="Carlos Moreira" userId="e5d6a36f-fa0a-4004-9cb6-bb3821999a6c" providerId="ADAL" clId="{B6BA59AE-A028-4A51-85EE-665D1F8B5044}" dt="2023-02-15T17:06:04.336" v="212" actId="1076"/>
          <ac:picMkLst>
            <pc:docMk/>
            <pc:sldMk cId="1663769316" sldId="512"/>
            <ac:picMk id="7" creationId="{94302626-E150-1378-6E7E-60BDFF83D893}"/>
          </ac:picMkLst>
        </pc:picChg>
        <pc:picChg chg="del">
          <ac:chgData name="Carlos Moreira" userId="e5d6a36f-fa0a-4004-9cb6-bb3821999a6c" providerId="ADAL" clId="{B6BA59AE-A028-4A51-85EE-665D1F8B5044}" dt="2023-02-15T16:57:37.041" v="8" actId="478"/>
          <ac:picMkLst>
            <pc:docMk/>
            <pc:sldMk cId="1663769316" sldId="512"/>
            <ac:picMk id="12" creationId="{C5FB4251-655E-97BE-60AD-280D562BFB5C}"/>
          </ac:picMkLst>
        </pc:picChg>
        <pc:picChg chg="del">
          <ac:chgData name="Carlos Moreira" userId="e5d6a36f-fa0a-4004-9cb6-bb3821999a6c" providerId="ADAL" clId="{B6BA59AE-A028-4A51-85EE-665D1F8B5044}" dt="2023-02-15T16:57:37.655" v="9" actId="478"/>
          <ac:picMkLst>
            <pc:docMk/>
            <pc:sldMk cId="1663769316" sldId="512"/>
            <ac:picMk id="13" creationId="{9FAF6979-B0D7-D341-F551-F4E481DEA9E6}"/>
          </ac:picMkLst>
        </pc:picChg>
        <pc:picChg chg="del mod">
          <ac:chgData name="Carlos Moreira" userId="e5d6a36f-fa0a-4004-9cb6-bb3821999a6c" providerId="ADAL" clId="{B6BA59AE-A028-4A51-85EE-665D1F8B5044}" dt="2023-02-15T16:57:38.159" v="11" actId="478"/>
          <ac:picMkLst>
            <pc:docMk/>
            <pc:sldMk cId="1663769316" sldId="512"/>
            <ac:picMk id="14" creationId="{297DF969-DC91-6029-3E40-481499A4DBA2}"/>
          </ac:picMkLst>
        </pc:picChg>
        <pc:picChg chg="del mod">
          <ac:chgData name="Carlos Moreira" userId="e5d6a36f-fa0a-4004-9cb6-bb3821999a6c" providerId="ADAL" clId="{B6BA59AE-A028-4A51-85EE-665D1F8B5044}" dt="2023-02-15T16:57:38.933" v="13" actId="478"/>
          <ac:picMkLst>
            <pc:docMk/>
            <pc:sldMk cId="1663769316" sldId="512"/>
            <ac:picMk id="16" creationId="{8CD4C2E1-5B41-C19B-A735-929EF63C2BCF}"/>
          </ac:picMkLst>
        </pc:picChg>
      </pc:sldChg>
      <pc:sldChg chg="addSp delSp modSp mod">
        <pc:chgData name="Carlos Moreira" userId="e5d6a36f-fa0a-4004-9cb6-bb3821999a6c" providerId="ADAL" clId="{B6BA59AE-A028-4A51-85EE-665D1F8B5044}" dt="2023-02-15T17:21:22.058" v="826"/>
        <pc:sldMkLst>
          <pc:docMk/>
          <pc:sldMk cId="1170610028" sldId="513"/>
        </pc:sldMkLst>
        <pc:spChg chg="add mod">
          <ac:chgData name="Carlos Moreira" userId="e5d6a36f-fa0a-4004-9cb6-bb3821999a6c" providerId="ADAL" clId="{B6BA59AE-A028-4A51-85EE-665D1F8B5044}" dt="2023-02-15T17:21:22.058" v="826"/>
          <ac:spMkLst>
            <pc:docMk/>
            <pc:sldMk cId="1170610028" sldId="513"/>
            <ac:spMk id="2" creationId="{7046F3F6-7F72-B3B9-4CE3-9DB2B5762B55}"/>
          </ac:spMkLst>
        </pc:spChg>
        <pc:spChg chg="del">
          <ac:chgData name="Carlos Moreira" userId="e5d6a36f-fa0a-4004-9cb6-bb3821999a6c" providerId="ADAL" clId="{B6BA59AE-A028-4A51-85EE-665D1F8B5044}" dt="2023-02-15T17:21:09.191" v="822" actId="478"/>
          <ac:spMkLst>
            <pc:docMk/>
            <pc:sldMk cId="1170610028" sldId="513"/>
            <ac:spMk id="6" creationId="{D4240678-C43C-614E-0DC3-5F7F1CFB028C}"/>
          </ac:spMkLst>
        </pc:spChg>
        <pc:spChg chg="del">
          <ac:chgData name="Carlos Moreira" userId="e5d6a36f-fa0a-4004-9cb6-bb3821999a6c" providerId="ADAL" clId="{B6BA59AE-A028-4A51-85EE-665D1F8B5044}" dt="2023-02-15T17:21:09.191" v="822" actId="478"/>
          <ac:spMkLst>
            <pc:docMk/>
            <pc:sldMk cId="1170610028" sldId="513"/>
            <ac:spMk id="8" creationId="{34CA08B9-2B96-C2C8-B0D4-DAE355DC81B1}"/>
          </ac:spMkLst>
        </pc:spChg>
        <pc:picChg chg="del">
          <ac:chgData name="Carlos Moreira" userId="e5d6a36f-fa0a-4004-9cb6-bb3821999a6c" providerId="ADAL" clId="{B6BA59AE-A028-4A51-85EE-665D1F8B5044}" dt="2023-02-15T16:57:42.426" v="14" actId="478"/>
          <ac:picMkLst>
            <pc:docMk/>
            <pc:sldMk cId="1170610028" sldId="513"/>
            <ac:picMk id="4" creationId="{0FB2C422-EB4A-A9E6-9F8D-8F93CDCCF982}"/>
          </ac:picMkLst>
        </pc:picChg>
        <pc:picChg chg="del">
          <ac:chgData name="Carlos Moreira" userId="e5d6a36f-fa0a-4004-9cb6-bb3821999a6c" providerId="ADAL" clId="{B6BA59AE-A028-4A51-85EE-665D1F8B5044}" dt="2023-02-15T16:57:43.053" v="15" actId="478"/>
          <ac:picMkLst>
            <pc:docMk/>
            <pc:sldMk cId="1170610028" sldId="513"/>
            <ac:picMk id="7" creationId="{A1A39F54-2CC3-51FA-679E-4B1E8E363830}"/>
          </ac:picMkLst>
        </pc:picChg>
      </pc:sldChg>
      <pc:sldChg chg="addSp delSp modSp mod">
        <pc:chgData name="Carlos Moreira" userId="e5d6a36f-fa0a-4004-9cb6-bb3821999a6c" providerId="ADAL" clId="{B6BA59AE-A028-4A51-85EE-665D1F8B5044}" dt="2023-02-15T17:22:53.226" v="935" actId="20577"/>
        <pc:sldMkLst>
          <pc:docMk/>
          <pc:sldMk cId="1315261602" sldId="514"/>
        </pc:sldMkLst>
        <pc:spChg chg="del">
          <ac:chgData name="Carlos Moreira" userId="e5d6a36f-fa0a-4004-9cb6-bb3821999a6c" providerId="ADAL" clId="{B6BA59AE-A028-4A51-85EE-665D1F8B5044}" dt="2023-02-15T17:21:20.251" v="825" actId="21"/>
          <ac:spMkLst>
            <pc:docMk/>
            <pc:sldMk cId="1315261602" sldId="514"/>
            <ac:spMk id="4" creationId="{8109D184-28EC-B036-026F-BFD3AE8ACC91}"/>
          </ac:spMkLst>
        </pc:spChg>
        <pc:spChg chg="add mod">
          <ac:chgData name="Carlos Moreira" userId="e5d6a36f-fa0a-4004-9cb6-bb3821999a6c" providerId="ADAL" clId="{B6BA59AE-A028-4A51-85EE-665D1F8B5044}" dt="2023-02-15T17:22:53.226" v="935" actId="20577"/>
          <ac:spMkLst>
            <pc:docMk/>
            <pc:sldMk cId="1315261602" sldId="514"/>
            <ac:spMk id="7" creationId="{CC5486EF-AC48-59BD-8630-2BE180633998}"/>
          </ac:spMkLst>
        </pc:spChg>
        <pc:picChg chg="add mod">
          <ac:chgData name="Carlos Moreira" userId="e5d6a36f-fa0a-4004-9cb6-bb3821999a6c" providerId="ADAL" clId="{B6BA59AE-A028-4A51-85EE-665D1F8B5044}" dt="2023-02-15T17:22:06.454" v="838" actId="1076"/>
          <ac:picMkLst>
            <pc:docMk/>
            <pc:sldMk cId="1315261602" sldId="514"/>
            <ac:picMk id="2" creationId="{C1617D0C-EA97-F844-28FF-7EEE1A36F170}"/>
          </ac:picMkLst>
        </pc:picChg>
      </pc:sldChg>
      <pc:sldChg chg="addSp delSp modSp mod">
        <pc:chgData name="Carlos Moreira" userId="e5d6a36f-fa0a-4004-9cb6-bb3821999a6c" providerId="ADAL" clId="{B6BA59AE-A028-4A51-85EE-665D1F8B5044}" dt="2023-02-15T17:16:56.552" v="594" actId="1076"/>
        <pc:sldMkLst>
          <pc:docMk/>
          <pc:sldMk cId="1546239747" sldId="524"/>
        </pc:sldMkLst>
        <pc:spChg chg="del">
          <ac:chgData name="Carlos Moreira" userId="e5d6a36f-fa0a-4004-9cb6-bb3821999a6c" providerId="ADAL" clId="{B6BA59AE-A028-4A51-85EE-665D1F8B5044}" dt="2023-02-15T17:16:52.866" v="593" actId="478"/>
          <ac:spMkLst>
            <pc:docMk/>
            <pc:sldMk cId="1546239747" sldId="524"/>
            <ac:spMk id="10" creationId="{BCE9E2CA-6308-950C-4484-8705C54DAC08}"/>
          </ac:spMkLst>
        </pc:spChg>
        <pc:spChg chg="mod">
          <ac:chgData name="Carlos Moreira" userId="e5d6a36f-fa0a-4004-9cb6-bb3821999a6c" providerId="ADAL" clId="{B6BA59AE-A028-4A51-85EE-665D1F8B5044}" dt="2023-02-15T17:16:56.552" v="594" actId="1076"/>
          <ac:spMkLst>
            <pc:docMk/>
            <pc:sldMk cId="1546239747" sldId="524"/>
            <ac:spMk id="15" creationId="{F3D58166-27DA-4D5E-A63E-2AC9476A6430}"/>
          </ac:spMkLst>
        </pc:spChg>
        <pc:picChg chg="del">
          <ac:chgData name="Carlos Moreira" userId="e5d6a36f-fa0a-4004-9cb6-bb3821999a6c" providerId="ADAL" clId="{B6BA59AE-A028-4A51-85EE-665D1F8B5044}" dt="2023-02-15T16:59:38.601" v="21" actId="478"/>
          <ac:picMkLst>
            <pc:docMk/>
            <pc:sldMk cId="1546239747" sldId="524"/>
            <ac:picMk id="2" creationId="{974A9CA8-AB3E-05B3-FC61-F5099F8B336C}"/>
          </ac:picMkLst>
        </pc:picChg>
        <pc:picChg chg="del">
          <ac:chgData name="Carlos Moreira" userId="e5d6a36f-fa0a-4004-9cb6-bb3821999a6c" providerId="ADAL" clId="{B6BA59AE-A028-4A51-85EE-665D1F8B5044}" dt="2023-02-15T16:59:38.601" v="21" actId="478"/>
          <ac:picMkLst>
            <pc:docMk/>
            <pc:sldMk cId="1546239747" sldId="524"/>
            <ac:picMk id="4" creationId="{3E738A09-68F2-46FC-F55C-A97C0057ECF5}"/>
          </ac:picMkLst>
        </pc:picChg>
        <pc:picChg chg="add mod">
          <ac:chgData name="Carlos Moreira" userId="e5d6a36f-fa0a-4004-9cb6-bb3821999a6c" providerId="ADAL" clId="{B6BA59AE-A028-4A51-85EE-665D1F8B5044}" dt="2023-02-15T17:16:56.552" v="594" actId="1076"/>
          <ac:picMkLst>
            <pc:docMk/>
            <pc:sldMk cId="1546239747" sldId="524"/>
            <ac:picMk id="7" creationId="{09CDDFD1-826B-9070-D778-8B8BF4A19300}"/>
          </ac:picMkLst>
        </pc:picChg>
      </pc:sldChg>
      <pc:sldChg chg="addSp delSp modSp mod">
        <pc:chgData name="Carlos Moreira" userId="e5d6a36f-fa0a-4004-9cb6-bb3821999a6c" providerId="ADAL" clId="{B6BA59AE-A028-4A51-85EE-665D1F8B5044}" dt="2023-02-15T17:12:25.065" v="514" actId="20577"/>
        <pc:sldMkLst>
          <pc:docMk/>
          <pc:sldMk cId="1196396230" sldId="525"/>
        </pc:sldMkLst>
        <pc:spChg chg="mod">
          <ac:chgData name="Carlos Moreira" userId="e5d6a36f-fa0a-4004-9cb6-bb3821999a6c" providerId="ADAL" clId="{B6BA59AE-A028-4A51-85EE-665D1F8B5044}" dt="2023-02-15T17:12:25.065" v="514" actId="20577"/>
          <ac:spMkLst>
            <pc:docMk/>
            <pc:sldMk cId="1196396230" sldId="525"/>
            <ac:spMk id="10" creationId="{73FD447A-896F-51A5-C773-651D069C22D0}"/>
          </ac:spMkLst>
        </pc:spChg>
        <pc:spChg chg="mod">
          <ac:chgData name="Carlos Moreira" userId="e5d6a36f-fa0a-4004-9cb6-bb3821999a6c" providerId="ADAL" clId="{B6BA59AE-A028-4A51-85EE-665D1F8B5044}" dt="2023-02-15T17:10:34.232" v="423" actId="20577"/>
          <ac:spMkLst>
            <pc:docMk/>
            <pc:sldMk cId="1196396230" sldId="525"/>
            <ac:spMk id="16" creationId="{9C6BAA98-15EC-4EF3-B483-EEE0D90D8CBB}"/>
          </ac:spMkLst>
        </pc:spChg>
        <pc:spChg chg="mod">
          <ac:chgData name="Carlos Moreira" userId="e5d6a36f-fa0a-4004-9cb6-bb3821999a6c" providerId="ADAL" clId="{B6BA59AE-A028-4A51-85EE-665D1F8B5044}" dt="2023-02-15T17:09:45.579" v="363" actId="20577"/>
          <ac:spMkLst>
            <pc:docMk/>
            <pc:sldMk cId="1196396230" sldId="525"/>
            <ac:spMk id="18" creationId="{970694EF-19C0-4CF1-BD60-A925773DD5C8}"/>
          </ac:spMkLst>
        </pc:spChg>
        <pc:picChg chg="del">
          <ac:chgData name="Carlos Moreira" userId="e5d6a36f-fa0a-4004-9cb6-bb3821999a6c" providerId="ADAL" clId="{B6BA59AE-A028-4A51-85EE-665D1F8B5044}" dt="2023-02-15T16:57:45.147" v="16" actId="478"/>
          <ac:picMkLst>
            <pc:docMk/>
            <pc:sldMk cId="1196396230" sldId="525"/>
            <ac:picMk id="2" creationId="{8BB6D3DE-9D36-EFF9-4095-33977B48069B}"/>
          </ac:picMkLst>
        </pc:picChg>
        <pc:picChg chg="del mod">
          <ac:chgData name="Carlos Moreira" userId="e5d6a36f-fa0a-4004-9cb6-bb3821999a6c" providerId="ADAL" clId="{B6BA59AE-A028-4A51-85EE-665D1F8B5044}" dt="2023-02-15T16:57:45.540" v="18" actId="478"/>
          <ac:picMkLst>
            <pc:docMk/>
            <pc:sldMk cId="1196396230" sldId="525"/>
            <ac:picMk id="4" creationId="{D0EA9BA3-F3D7-AD8E-588F-05A8B090B4A6}"/>
          </ac:picMkLst>
        </pc:picChg>
        <pc:picChg chg="add mod">
          <ac:chgData name="Carlos Moreira" userId="e5d6a36f-fa0a-4004-9cb6-bb3821999a6c" providerId="ADAL" clId="{B6BA59AE-A028-4A51-85EE-665D1F8B5044}" dt="2023-02-15T17:09:14.359" v="281" actId="1076"/>
          <ac:picMkLst>
            <pc:docMk/>
            <pc:sldMk cId="1196396230" sldId="525"/>
            <ac:picMk id="6" creationId="{183BF181-F178-6F44-2109-41A4BD6FCCAE}"/>
          </ac:picMkLst>
        </pc:picChg>
        <pc:picChg chg="add mod">
          <ac:chgData name="Carlos Moreira" userId="e5d6a36f-fa0a-4004-9cb6-bb3821999a6c" providerId="ADAL" clId="{B6BA59AE-A028-4A51-85EE-665D1F8B5044}" dt="2023-02-15T17:10:15.072" v="367" actId="1076"/>
          <ac:picMkLst>
            <pc:docMk/>
            <pc:sldMk cId="1196396230" sldId="525"/>
            <ac:picMk id="7" creationId="{EEF750E9-9E10-66B5-4729-9B714967F54D}"/>
          </ac:picMkLst>
        </pc:picChg>
        <pc:picChg chg="add mod">
          <ac:chgData name="Carlos Moreira" userId="e5d6a36f-fa0a-4004-9cb6-bb3821999a6c" providerId="ADAL" clId="{B6BA59AE-A028-4A51-85EE-665D1F8B5044}" dt="2023-02-15T17:11:33.944" v="429" actId="1076"/>
          <ac:picMkLst>
            <pc:docMk/>
            <pc:sldMk cId="1196396230" sldId="525"/>
            <ac:picMk id="8" creationId="{EFB5A504-87A4-B9DC-755A-52B3147EE3F1}"/>
          </ac:picMkLst>
        </pc:picChg>
        <pc:picChg chg="del mod">
          <ac:chgData name="Carlos Moreira" userId="e5d6a36f-fa0a-4004-9cb6-bb3821999a6c" providerId="ADAL" clId="{B6BA59AE-A028-4A51-85EE-665D1F8B5044}" dt="2023-02-15T16:57:46.263" v="20" actId="478"/>
          <ac:picMkLst>
            <pc:docMk/>
            <pc:sldMk cId="1196396230" sldId="525"/>
            <ac:picMk id="11" creationId="{77793883-248C-1955-AFEC-EECA268791D9}"/>
          </ac:picMkLst>
        </pc:picChg>
        <pc:picChg chg="add mod">
          <ac:chgData name="Carlos Moreira" userId="e5d6a36f-fa0a-4004-9cb6-bb3821999a6c" providerId="ADAL" clId="{B6BA59AE-A028-4A51-85EE-665D1F8B5044}" dt="2023-02-15T17:11:27.047" v="426" actId="1076"/>
          <ac:picMkLst>
            <pc:docMk/>
            <pc:sldMk cId="1196396230" sldId="525"/>
            <ac:picMk id="13" creationId="{A27E25E5-25E8-E0FD-54CD-3A6559EBEEA3}"/>
          </ac:picMkLst>
        </pc:picChg>
      </pc:sldChg>
      <pc:sldChg chg="del">
        <pc:chgData name="Carlos Moreira" userId="e5d6a36f-fa0a-4004-9cb6-bb3821999a6c" providerId="ADAL" clId="{B6BA59AE-A028-4A51-85EE-665D1F8B5044}" dt="2023-02-15T16:57:32.878" v="7" actId="47"/>
        <pc:sldMkLst>
          <pc:docMk/>
          <pc:sldMk cId="295329841" sldId="526"/>
        </pc:sldMkLst>
      </pc:sldChg>
      <pc:sldChg chg="addSp delSp modSp add mod ord">
        <pc:chgData name="Carlos Moreira" userId="e5d6a36f-fa0a-4004-9cb6-bb3821999a6c" providerId="ADAL" clId="{B6BA59AE-A028-4A51-85EE-665D1F8B5044}" dt="2023-02-15T17:18:52.609" v="697" actId="20577"/>
        <pc:sldMkLst>
          <pc:docMk/>
          <pc:sldMk cId="3755499940" sldId="526"/>
        </pc:sldMkLst>
        <pc:spChg chg="mod">
          <ac:chgData name="Carlos Moreira" userId="e5d6a36f-fa0a-4004-9cb6-bb3821999a6c" providerId="ADAL" clId="{B6BA59AE-A028-4A51-85EE-665D1F8B5044}" dt="2023-02-15T17:18:52.609" v="697" actId="20577"/>
          <ac:spMkLst>
            <pc:docMk/>
            <pc:sldMk cId="3755499940" sldId="526"/>
            <ac:spMk id="4" creationId="{510031E1-D585-0B0A-9153-70209FCBE617}"/>
          </ac:spMkLst>
        </pc:spChg>
        <pc:spChg chg="del">
          <ac:chgData name="Carlos Moreira" userId="e5d6a36f-fa0a-4004-9cb6-bb3821999a6c" providerId="ADAL" clId="{B6BA59AE-A028-4A51-85EE-665D1F8B5044}" dt="2023-02-15T17:02:55.871" v="103" actId="478"/>
          <ac:spMkLst>
            <pc:docMk/>
            <pc:sldMk cId="3755499940" sldId="526"/>
            <ac:spMk id="17" creationId="{11858EE9-5329-9975-F5EE-2D156D5F70FC}"/>
          </ac:spMkLst>
        </pc:spChg>
        <pc:spChg chg="del">
          <ac:chgData name="Carlos Moreira" userId="e5d6a36f-fa0a-4004-9cb6-bb3821999a6c" providerId="ADAL" clId="{B6BA59AE-A028-4A51-85EE-665D1F8B5044}" dt="2023-02-15T17:02:55.871" v="103" actId="478"/>
          <ac:spMkLst>
            <pc:docMk/>
            <pc:sldMk cId="3755499940" sldId="526"/>
            <ac:spMk id="19" creationId="{C34B936F-E4E7-B29E-33A7-0B467866ED57}"/>
          </ac:spMkLst>
        </pc:spChg>
        <pc:picChg chg="add mod">
          <ac:chgData name="Carlos Moreira" userId="e5d6a36f-fa0a-4004-9cb6-bb3821999a6c" providerId="ADAL" clId="{B6BA59AE-A028-4A51-85EE-665D1F8B5044}" dt="2023-02-15T17:03:02.664" v="105" actId="1076"/>
          <ac:picMkLst>
            <pc:docMk/>
            <pc:sldMk cId="3755499940" sldId="526"/>
            <ac:picMk id="2" creationId="{7CF4B5BD-E6F6-E1A3-0968-C821FA3D20C4}"/>
          </ac:picMkLst>
        </pc:picChg>
        <pc:picChg chg="del mod">
          <ac:chgData name="Carlos Moreira" userId="e5d6a36f-fa0a-4004-9cb6-bb3821999a6c" providerId="ADAL" clId="{B6BA59AE-A028-4A51-85EE-665D1F8B5044}" dt="2023-02-15T17:01:58.938" v="26" actId="478"/>
          <ac:picMkLst>
            <pc:docMk/>
            <pc:sldMk cId="3755499940" sldId="526"/>
            <ac:picMk id="15" creationId="{36319D43-16C8-4E86-861C-83A1B5BFE81C}"/>
          </ac:picMkLst>
        </pc:picChg>
      </pc:sldChg>
      <pc:sldChg chg="addSp delSp modSp add mod">
        <pc:chgData name="Carlos Moreira" userId="e5d6a36f-fa0a-4004-9cb6-bb3821999a6c" providerId="ADAL" clId="{B6BA59AE-A028-4A51-85EE-665D1F8B5044}" dt="2023-02-15T17:18:04.434" v="663" actId="20577"/>
        <pc:sldMkLst>
          <pc:docMk/>
          <pc:sldMk cId="952581240" sldId="527"/>
        </pc:sldMkLst>
        <pc:spChg chg="mod">
          <ac:chgData name="Carlos Moreira" userId="e5d6a36f-fa0a-4004-9cb6-bb3821999a6c" providerId="ADAL" clId="{B6BA59AE-A028-4A51-85EE-665D1F8B5044}" dt="2023-02-15T17:18:04.434" v="663" actId="20577"/>
          <ac:spMkLst>
            <pc:docMk/>
            <pc:sldMk cId="952581240" sldId="527"/>
            <ac:spMk id="4" creationId="{510031E1-D585-0B0A-9153-70209FCBE617}"/>
          </ac:spMkLst>
        </pc:spChg>
        <pc:picChg chg="del">
          <ac:chgData name="Carlos Moreira" userId="e5d6a36f-fa0a-4004-9cb6-bb3821999a6c" providerId="ADAL" clId="{B6BA59AE-A028-4A51-85EE-665D1F8B5044}" dt="2023-02-15T17:17:04.543" v="596" actId="478"/>
          <ac:picMkLst>
            <pc:docMk/>
            <pc:sldMk cId="952581240" sldId="527"/>
            <ac:picMk id="2" creationId="{7CF4B5BD-E6F6-E1A3-0968-C821FA3D20C4}"/>
          </ac:picMkLst>
        </pc:picChg>
        <pc:picChg chg="add mod">
          <ac:chgData name="Carlos Moreira" userId="e5d6a36f-fa0a-4004-9cb6-bb3821999a6c" providerId="ADAL" clId="{B6BA59AE-A028-4A51-85EE-665D1F8B5044}" dt="2023-02-15T17:17:50.077" v="620" actId="14100"/>
          <ac:picMkLst>
            <pc:docMk/>
            <pc:sldMk cId="952581240" sldId="527"/>
            <ac:picMk id="7" creationId="{8ACE7A45-29C6-81FE-D940-82B5882028CF}"/>
          </ac:picMkLst>
        </pc:picChg>
      </pc:sldChg>
      <pc:sldChg chg="addSp delSp modSp add mod">
        <pc:chgData name="Carlos Moreira" userId="e5d6a36f-fa0a-4004-9cb6-bb3821999a6c" providerId="ADAL" clId="{B6BA59AE-A028-4A51-85EE-665D1F8B5044}" dt="2023-02-15T17:21:02.715" v="821" actId="1076"/>
        <pc:sldMkLst>
          <pc:docMk/>
          <pc:sldMk cId="2482909022" sldId="528"/>
        </pc:sldMkLst>
        <pc:spChg chg="mod">
          <ac:chgData name="Carlos Moreira" userId="e5d6a36f-fa0a-4004-9cb6-bb3821999a6c" providerId="ADAL" clId="{B6BA59AE-A028-4A51-85EE-665D1F8B5044}" dt="2023-02-15T17:21:02.715" v="821" actId="1076"/>
          <ac:spMkLst>
            <pc:docMk/>
            <pc:sldMk cId="2482909022" sldId="528"/>
            <ac:spMk id="4" creationId="{510031E1-D585-0B0A-9153-70209FCBE617}"/>
          </ac:spMkLst>
        </pc:spChg>
        <pc:spChg chg="del">
          <ac:chgData name="Carlos Moreira" userId="e5d6a36f-fa0a-4004-9cb6-bb3821999a6c" providerId="ADAL" clId="{B6BA59AE-A028-4A51-85EE-665D1F8B5044}" dt="2023-02-15T17:20:56.070" v="820" actId="478"/>
          <ac:spMkLst>
            <pc:docMk/>
            <pc:sldMk cId="2482909022" sldId="528"/>
            <ac:spMk id="17" creationId="{11858EE9-5329-9975-F5EE-2D156D5F70FC}"/>
          </ac:spMkLst>
        </pc:spChg>
        <pc:spChg chg="del">
          <ac:chgData name="Carlos Moreira" userId="e5d6a36f-fa0a-4004-9cb6-bb3821999a6c" providerId="ADAL" clId="{B6BA59AE-A028-4A51-85EE-665D1F8B5044}" dt="2023-02-15T17:20:56.070" v="820" actId="478"/>
          <ac:spMkLst>
            <pc:docMk/>
            <pc:sldMk cId="2482909022" sldId="528"/>
            <ac:spMk id="19" creationId="{C34B936F-E4E7-B29E-33A7-0B467866ED57}"/>
          </ac:spMkLst>
        </pc:spChg>
        <pc:picChg chg="del">
          <ac:chgData name="Carlos Moreira" userId="e5d6a36f-fa0a-4004-9cb6-bb3821999a6c" providerId="ADAL" clId="{B6BA59AE-A028-4A51-85EE-665D1F8B5044}" dt="2023-02-15T17:19:29.992" v="699" actId="478"/>
          <ac:picMkLst>
            <pc:docMk/>
            <pc:sldMk cId="2482909022" sldId="528"/>
            <ac:picMk id="2" creationId="{8E6D0194-BF0D-28D4-30BB-A1A21B5D8A1B}"/>
          </ac:picMkLst>
        </pc:picChg>
        <pc:picChg chg="del">
          <ac:chgData name="Carlos Moreira" userId="e5d6a36f-fa0a-4004-9cb6-bb3821999a6c" providerId="ADAL" clId="{B6BA59AE-A028-4A51-85EE-665D1F8B5044}" dt="2023-02-15T17:19:29.992" v="699" actId="478"/>
          <ac:picMkLst>
            <pc:docMk/>
            <pc:sldMk cId="2482909022" sldId="528"/>
            <ac:picMk id="6" creationId="{038FFC38-03A0-0CE4-84BB-38C06F1B982B}"/>
          </ac:picMkLst>
        </pc:picChg>
        <pc:picChg chg="del">
          <ac:chgData name="Carlos Moreira" userId="e5d6a36f-fa0a-4004-9cb6-bb3821999a6c" providerId="ADAL" clId="{B6BA59AE-A028-4A51-85EE-665D1F8B5044}" dt="2023-02-15T17:19:29.992" v="699" actId="478"/>
          <ac:picMkLst>
            <pc:docMk/>
            <pc:sldMk cId="2482909022" sldId="528"/>
            <ac:picMk id="7" creationId="{94302626-E150-1378-6E7E-60BDFF83D893}"/>
          </ac:picMkLst>
        </pc:picChg>
        <pc:picChg chg="add mod">
          <ac:chgData name="Carlos Moreira" userId="e5d6a36f-fa0a-4004-9cb6-bb3821999a6c" providerId="ADAL" clId="{B6BA59AE-A028-4A51-85EE-665D1F8B5044}" dt="2023-02-15T17:21:02.715" v="821" actId="1076"/>
          <ac:picMkLst>
            <pc:docMk/>
            <pc:sldMk cId="2482909022" sldId="528"/>
            <ac:picMk id="10" creationId="{5779CE91-E09D-3FE8-D92C-450FB941A6BD}"/>
          </ac:picMkLst>
        </pc:picChg>
        <pc:picChg chg="add del mod">
          <ac:chgData name="Carlos Moreira" userId="e5d6a36f-fa0a-4004-9cb6-bb3821999a6c" providerId="ADAL" clId="{B6BA59AE-A028-4A51-85EE-665D1F8B5044}" dt="2023-02-15T17:20:53.794" v="819" actId="21"/>
          <ac:picMkLst>
            <pc:docMk/>
            <pc:sldMk cId="2482909022" sldId="528"/>
            <ac:picMk id="12" creationId="{BA5A5AB7-5A7F-BBF8-D884-A454E883DE1F}"/>
          </ac:picMkLst>
        </pc:picChg>
      </pc:sldChg>
    </pc:docChg>
  </pc:docChgLst>
  <pc:docChgLst>
    <pc:chgData name="Carlos Moreira" userId="e5d6a36f-fa0a-4004-9cb6-bb3821999a6c" providerId="ADAL" clId="{CF0547D9-758A-4E7E-ADFD-94460FA4F6D2}"/>
    <pc:docChg chg="undo custSel addSld delSld modSld">
      <pc:chgData name="Carlos Moreira" userId="e5d6a36f-fa0a-4004-9cb6-bb3821999a6c" providerId="ADAL" clId="{CF0547D9-758A-4E7E-ADFD-94460FA4F6D2}" dt="2023-07-03T22:16:23.307" v="481" actId="1076"/>
      <pc:docMkLst>
        <pc:docMk/>
      </pc:docMkLst>
      <pc:sldChg chg="modSp mod">
        <pc:chgData name="Carlos Moreira" userId="e5d6a36f-fa0a-4004-9cb6-bb3821999a6c" providerId="ADAL" clId="{CF0547D9-758A-4E7E-ADFD-94460FA4F6D2}" dt="2023-07-03T21:46:02.249" v="4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CF0547D9-758A-4E7E-ADFD-94460FA4F6D2}" dt="2023-07-03T21:46:02.249" v="4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CF0547D9-758A-4E7E-ADFD-94460FA4F6D2}" dt="2023-07-03T21:56:37.759" v="479"/>
        <pc:sldMkLst>
          <pc:docMk/>
          <pc:sldMk cId="1663769316" sldId="512"/>
        </pc:sldMkLst>
        <pc:spChg chg="add mod">
          <ac:chgData name="Carlos Moreira" userId="e5d6a36f-fa0a-4004-9cb6-bb3821999a6c" providerId="ADAL" clId="{CF0547D9-758A-4E7E-ADFD-94460FA4F6D2}" dt="2023-07-03T21:56:37.759" v="479"/>
          <ac:spMkLst>
            <pc:docMk/>
            <pc:sldMk cId="1663769316" sldId="512"/>
            <ac:spMk id="4" creationId="{5A440706-87C8-D503-C414-4D6D945C2AC8}"/>
          </ac:spMkLst>
        </pc:spChg>
        <pc:spChg chg="del">
          <ac:chgData name="Carlos Moreira" userId="e5d6a36f-fa0a-4004-9cb6-bb3821999a6c" providerId="ADAL" clId="{CF0547D9-758A-4E7E-ADFD-94460FA4F6D2}" dt="2023-07-03T21:56:31.891" v="478" actId="478"/>
          <ac:spMkLst>
            <pc:docMk/>
            <pc:sldMk cId="1663769316" sldId="512"/>
            <ac:spMk id="7" creationId="{D859B8D6-D675-CB1E-7763-60C2B660363D}"/>
          </ac:spMkLst>
        </pc:spChg>
        <pc:spChg chg="mod">
          <ac:chgData name="Carlos Moreira" userId="e5d6a36f-fa0a-4004-9cb6-bb3821999a6c" providerId="ADAL" clId="{CF0547D9-758A-4E7E-ADFD-94460FA4F6D2}" dt="2023-07-03T21:46:12.858" v="14" actId="20577"/>
          <ac:spMkLst>
            <pc:docMk/>
            <pc:sldMk cId="1663769316" sldId="512"/>
            <ac:spMk id="9" creationId="{20504549-E32D-4248-A49C-9E524511F98D}"/>
          </ac:spMkLst>
        </pc:spChg>
        <pc:spChg chg="del">
          <ac:chgData name="Carlos Moreira" userId="e5d6a36f-fa0a-4004-9cb6-bb3821999a6c" providerId="ADAL" clId="{CF0547D9-758A-4E7E-ADFD-94460FA4F6D2}" dt="2023-07-03T21:56:31.891" v="478" actId="478"/>
          <ac:spMkLst>
            <pc:docMk/>
            <pc:sldMk cId="1663769316" sldId="512"/>
            <ac:spMk id="11" creationId="{6B108A1B-DA2E-0B1F-7BF6-4C1D84B3396E}"/>
          </ac:spMkLst>
        </pc:spChg>
        <pc:picChg chg="del mod">
          <ac:chgData name="Carlos Moreira" userId="e5d6a36f-fa0a-4004-9cb6-bb3821999a6c" providerId="ADAL" clId="{CF0547D9-758A-4E7E-ADFD-94460FA4F6D2}" dt="2023-07-03T21:56:31.891" v="478" actId="478"/>
          <ac:picMkLst>
            <pc:docMk/>
            <pc:sldMk cId="1663769316" sldId="512"/>
            <ac:picMk id="2" creationId="{2C363595-AFA0-10D4-24B0-AC702ADCB27C}"/>
          </ac:picMkLst>
        </pc:picChg>
        <pc:picChg chg="del mod">
          <ac:chgData name="Carlos Moreira" userId="e5d6a36f-fa0a-4004-9cb6-bb3821999a6c" providerId="ADAL" clId="{CF0547D9-758A-4E7E-ADFD-94460FA4F6D2}" dt="2023-07-03T21:56:31.891" v="478" actId="478"/>
          <ac:picMkLst>
            <pc:docMk/>
            <pc:sldMk cId="1663769316" sldId="512"/>
            <ac:picMk id="6" creationId="{7824DB20-9389-A5C7-699C-AE2932AA17FD}"/>
          </ac:picMkLst>
        </pc:picChg>
        <pc:picChg chg="del">
          <ac:chgData name="Carlos Moreira" userId="e5d6a36f-fa0a-4004-9cb6-bb3821999a6c" providerId="ADAL" clId="{CF0547D9-758A-4E7E-ADFD-94460FA4F6D2}" dt="2023-07-03T21:56:31.891" v="478" actId="478"/>
          <ac:picMkLst>
            <pc:docMk/>
            <pc:sldMk cId="1663769316" sldId="512"/>
            <ac:picMk id="10" creationId="{9D10BA24-D4CA-C225-0011-D24A76517CCA}"/>
          </ac:picMkLst>
        </pc:picChg>
      </pc:sldChg>
      <pc:sldChg chg="modSp mod">
        <pc:chgData name="Carlos Moreira" userId="e5d6a36f-fa0a-4004-9cb6-bb3821999a6c" providerId="ADAL" clId="{CF0547D9-758A-4E7E-ADFD-94460FA4F6D2}" dt="2023-07-03T21:46:25.113" v="25" actId="20577"/>
        <pc:sldMkLst>
          <pc:docMk/>
          <pc:sldMk cId="1170610028" sldId="513"/>
        </pc:sldMkLst>
        <pc:spChg chg="mod">
          <ac:chgData name="Carlos Moreira" userId="e5d6a36f-fa0a-4004-9cb6-bb3821999a6c" providerId="ADAL" clId="{CF0547D9-758A-4E7E-ADFD-94460FA4F6D2}" dt="2023-07-03T21:46:25.113" v="25" actId="20577"/>
          <ac:spMkLst>
            <pc:docMk/>
            <pc:sldMk cId="1170610028" sldId="513"/>
            <ac:spMk id="9" creationId="{20504549-E32D-4248-A49C-9E524511F98D}"/>
          </ac:spMkLst>
        </pc:spChg>
      </pc:sldChg>
      <pc:sldChg chg="addSp delSp modSp mod">
        <pc:chgData name="Carlos Moreira" userId="e5d6a36f-fa0a-4004-9cb6-bb3821999a6c" providerId="ADAL" clId="{CF0547D9-758A-4E7E-ADFD-94460FA4F6D2}" dt="2023-07-03T21:55:44.155" v="472" actId="478"/>
        <pc:sldMkLst>
          <pc:docMk/>
          <pc:sldMk cId="1315261602" sldId="514"/>
        </pc:sldMkLst>
        <pc:spChg chg="add mod">
          <ac:chgData name="Carlos Moreira" userId="e5d6a36f-fa0a-4004-9cb6-bb3821999a6c" providerId="ADAL" clId="{CF0547D9-758A-4E7E-ADFD-94460FA4F6D2}" dt="2023-07-03T21:55:41.707" v="471"/>
          <ac:spMkLst>
            <pc:docMk/>
            <pc:sldMk cId="1315261602" sldId="514"/>
            <ac:spMk id="4" creationId="{78B63D7D-B7BC-BD0C-3C0A-E0BD627B5773}"/>
          </ac:spMkLst>
        </pc:spChg>
        <pc:spChg chg="del">
          <ac:chgData name="Carlos Moreira" userId="e5d6a36f-fa0a-4004-9cb6-bb3821999a6c" providerId="ADAL" clId="{CF0547D9-758A-4E7E-ADFD-94460FA4F6D2}" dt="2023-07-03T21:55:44.155" v="472" actId="478"/>
          <ac:spMkLst>
            <pc:docMk/>
            <pc:sldMk cId="1315261602" sldId="514"/>
            <ac:spMk id="7" creationId="{6E1B2BDC-F3D8-BF7D-969C-2A2F99A7D467}"/>
          </ac:spMkLst>
        </pc:spChg>
        <pc:spChg chg="mod">
          <ac:chgData name="Carlos Moreira" userId="e5d6a36f-fa0a-4004-9cb6-bb3821999a6c" providerId="ADAL" clId="{CF0547D9-758A-4E7E-ADFD-94460FA4F6D2}" dt="2023-07-03T21:46:42.786" v="45" actId="20577"/>
          <ac:spMkLst>
            <pc:docMk/>
            <pc:sldMk cId="1315261602" sldId="514"/>
            <ac:spMk id="9" creationId="{20504549-E32D-4248-A49C-9E524511F98D}"/>
          </ac:spMkLst>
        </pc:spChg>
        <pc:picChg chg="del">
          <ac:chgData name="Carlos Moreira" userId="e5d6a36f-fa0a-4004-9cb6-bb3821999a6c" providerId="ADAL" clId="{CF0547D9-758A-4E7E-ADFD-94460FA4F6D2}" dt="2023-07-03T21:55:41.173" v="470" actId="478"/>
          <ac:picMkLst>
            <pc:docMk/>
            <pc:sldMk cId="1315261602" sldId="514"/>
            <ac:picMk id="2" creationId="{4B624128-B5FD-35CC-9918-3926328E7427}"/>
          </ac:picMkLst>
        </pc:picChg>
        <pc:picChg chg="del">
          <ac:chgData name="Carlos Moreira" userId="e5d6a36f-fa0a-4004-9cb6-bb3821999a6c" providerId="ADAL" clId="{CF0547D9-758A-4E7E-ADFD-94460FA4F6D2}" dt="2023-07-03T21:55:41.173" v="470" actId="478"/>
          <ac:picMkLst>
            <pc:docMk/>
            <pc:sldMk cId="1315261602" sldId="514"/>
            <ac:picMk id="10" creationId="{AB7E4C6F-9AD3-6854-3ADC-A9CD35AB10E2}"/>
          </ac:picMkLst>
        </pc:picChg>
      </pc:sldChg>
      <pc:sldChg chg="addSp delSp modSp mod">
        <pc:chgData name="Carlos Moreira" userId="e5d6a36f-fa0a-4004-9cb6-bb3821999a6c" providerId="ADAL" clId="{CF0547D9-758A-4E7E-ADFD-94460FA4F6D2}" dt="2023-07-03T21:51:51.734" v="270" actId="1076"/>
        <pc:sldMkLst>
          <pc:docMk/>
          <pc:sldMk cId="1029446250" sldId="515"/>
        </pc:sldMkLst>
        <pc:spChg chg="mod">
          <ac:chgData name="Carlos Moreira" userId="e5d6a36f-fa0a-4004-9cb6-bb3821999a6c" providerId="ADAL" clId="{CF0547D9-758A-4E7E-ADFD-94460FA4F6D2}" dt="2023-07-03T21:51:51.734" v="270" actId="1076"/>
          <ac:spMkLst>
            <pc:docMk/>
            <pc:sldMk cId="1029446250" sldId="515"/>
            <ac:spMk id="6" creationId="{5D387287-9D9A-CEEC-6811-A4497F0F022A}"/>
          </ac:spMkLst>
        </pc:spChg>
        <pc:spChg chg="mod">
          <ac:chgData name="Carlos Moreira" userId="e5d6a36f-fa0a-4004-9cb6-bb3821999a6c" providerId="ADAL" clId="{CF0547D9-758A-4E7E-ADFD-94460FA4F6D2}" dt="2023-07-03T21:46:18.115" v="19" actId="20577"/>
          <ac:spMkLst>
            <pc:docMk/>
            <pc:sldMk cId="1029446250" sldId="515"/>
            <ac:spMk id="9" creationId="{20504549-E32D-4248-A49C-9E524511F98D}"/>
          </ac:spMkLst>
        </pc:spChg>
        <pc:picChg chg="add mod">
          <ac:chgData name="Carlos Moreira" userId="e5d6a36f-fa0a-4004-9cb6-bb3821999a6c" providerId="ADAL" clId="{CF0547D9-758A-4E7E-ADFD-94460FA4F6D2}" dt="2023-07-03T21:51:47.918" v="268" actId="1076"/>
          <ac:picMkLst>
            <pc:docMk/>
            <pc:sldMk cId="1029446250" sldId="515"/>
            <ac:picMk id="2" creationId="{CF9B4825-E1C8-4909-E124-93A867231295}"/>
          </ac:picMkLst>
        </pc:picChg>
        <pc:picChg chg="del">
          <ac:chgData name="Carlos Moreira" userId="e5d6a36f-fa0a-4004-9cb6-bb3821999a6c" providerId="ADAL" clId="{CF0547D9-758A-4E7E-ADFD-94460FA4F6D2}" dt="2023-07-03T21:50:49.701" v="220" actId="478"/>
          <ac:picMkLst>
            <pc:docMk/>
            <pc:sldMk cId="1029446250" sldId="515"/>
            <ac:picMk id="4" creationId="{5320C173-0E87-B8AD-A04D-92BC45192A35}"/>
          </ac:picMkLst>
        </pc:picChg>
        <pc:picChg chg="add mod">
          <ac:chgData name="Carlos Moreira" userId="e5d6a36f-fa0a-4004-9cb6-bb3821999a6c" providerId="ADAL" clId="{CF0547D9-758A-4E7E-ADFD-94460FA4F6D2}" dt="2023-07-03T21:51:47.918" v="268" actId="1076"/>
          <ac:picMkLst>
            <pc:docMk/>
            <pc:sldMk cId="1029446250" sldId="515"/>
            <ac:picMk id="7" creationId="{BB2C881A-6BC6-2668-3575-123349049AA2}"/>
          </ac:picMkLst>
        </pc:picChg>
        <pc:picChg chg="add mod">
          <ac:chgData name="Carlos Moreira" userId="e5d6a36f-fa0a-4004-9cb6-bb3821999a6c" providerId="ADAL" clId="{CF0547D9-758A-4E7E-ADFD-94460FA4F6D2}" dt="2023-07-03T21:51:47.918" v="268" actId="1076"/>
          <ac:picMkLst>
            <pc:docMk/>
            <pc:sldMk cId="1029446250" sldId="515"/>
            <ac:picMk id="8" creationId="{021DA76B-23ED-16C9-213E-F4A5D14FBD66}"/>
          </ac:picMkLst>
        </pc:picChg>
      </pc:sldChg>
      <pc:sldChg chg="modSp mod">
        <pc:chgData name="Carlos Moreira" userId="e5d6a36f-fa0a-4004-9cb6-bb3821999a6c" providerId="ADAL" clId="{CF0547D9-758A-4E7E-ADFD-94460FA4F6D2}" dt="2023-07-03T21:46:49.443" v="55" actId="20577"/>
        <pc:sldMkLst>
          <pc:docMk/>
          <pc:sldMk cId="1546239747" sldId="524"/>
        </pc:sldMkLst>
        <pc:spChg chg="mod">
          <ac:chgData name="Carlos Moreira" userId="e5d6a36f-fa0a-4004-9cb6-bb3821999a6c" providerId="ADAL" clId="{CF0547D9-758A-4E7E-ADFD-94460FA4F6D2}" dt="2023-07-03T21:46:49.443" v="55" actId="20577"/>
          <ac:spMkLst>
            <pc:docMk/>
            <pc:sldMk cId="1546239747" sldId="524"/>
            <ac:spMk id="9" creationId="{20504549-E32D-4248-A49C-9E524511F98D}"/>
          </ac:spMkLst>
        </pc:spChg>
      </pc:sldChg>
      <pc:sldChg chg="addSp delSp modSp mod">
        <pc:chgData name="Carlos Moreira" userId="e5d6a36f-fa0a-4004-9cb6-bb3821999a6c" providerId="ADAL" clId="{CF0547D9-758A-4E7E-ADFD-94460FA4F6D2}" dt="2023-07-03T21:49:51.620" v="191" actId="20577"/>
        <pc:sldMkLst>
          <pc:docMk/>
          <pc:sldMk cId="1196396230" sldId="525"/>
        </pc:sldMkLst>
        <pc:spChg chg="mod">
          <ac:chgData name="Carlos Moreira" userId="e5d6a36f-fa0a-4004-9cb6-bb3821999a6c" providerId="ADAL" clId="{CF0547D9-758A-4E7E-ADFD-94460FA4F6D2}" dt="2023-07-03T21:48:21.718" v="120" actId="20577"/>
          <ac:spMkLst>
            <pc:docMk/>
            <pc:sldMk cId="1196396230" sldId="525"/>
            <ac:spMk id="7" creationId="{66149D74-D1CD-F2C2-7EBE-3758A0EF789E}"/>
          </ac:spMkLst>
        </pc:spChg>
        <pc:spChg chg="mod">
          <ac:chgData name="Carlos Moreira" userId="e5d6a36f-fa0a-4004-9cb6-bb3821999a6c" providerId="ADAL" clId="{CF0547D9-758A-4E7E-ADFD-94460FA4F6D2}" dt="2023-07-03T21:46:31.986" v="35" actId="20577"/>
          <ac:spMkLst>
            <pc:docMk/>
            <pc:sldMk cId="1196396230" sldId="525"/>
            <ac:spMk id="9" creationId="{20504549-E32D-4248-A49C-9E524511F98D}"/>
          </ac:spMkLst>
        </pc:spChg>
        <pc:spChg chg="mod">
          <ac:chgData name="Carlos Moreira" userId="e5d6a36f-fa0a-4004-9cb6-bb3821999a6c" providerId="ADAL" clId="{CF0547D9-758A-4E7E-ADFD-94460FA4F6D2}" dt="2023-07-03T21:49:10.628" v="150" actId="20577"/>
          <ac:spMkLst>
            <pc:docMk/>
            <pc:sldMk cId="1196396230" sldId="525"/>
            <ac:spMk id="14" creationId="{2CA9AAA1-FE0C-391B-969C-DD34D34D4B89}"/>
          </ac:spMkLst>
        </pc:spChg>
        <pc:spChg chg="mod">
          <ac:chgData name="Carlos Moreira" userId="e5d6a36f-fa0a-4004-9cb6-bb3821999a6c" providerId="ADAL" clId="{CF0547D9-758A-4E7E-ADFD-94460FA4F6D2}" dt="2023-07-03T21:49:51.620" v="191" actId="20577"/>
          <ac:spMkLst>
            <pc:docMk/>
            <pc:sldMk cId="1196396230" sldId="525"/>
            <ac:spMk id="15" creationId="{126EE570-D8C9-55F1-CA7B-9DB8C867C04E}"/>
          </ac:spMkLst>
        </pc:spChg>
        <pc:picChg chg="add mod">
          <ac:chgData name="Carlos Moreira" userId="e5d6a36f-fa0a-4004-9cb6-bb3821999a6c" providerId="ADAL" clId="{CF0547D9-758A-4E7E-ADFD-94460FA4F6D2}" dt="2023-07-03T21:48:07.540" v="82" actId="1076"/>
          <ac:picMkLst>
            <pc:docMk/>
            <pc:sldMk cId="1196396230" sldId="525"/>
            <ac:picMk id="2" creationId="{3955644F-E1A0-C684-EED7-48E54F922BAD}"/>
          </ac:picMkLst>
        </pc:picChg>
        <pc:picChg chg="add mod">
          <ac:chgData name="Carlos Moreira" userId="e5d6a36f-fa0a-4004-9cb6-bb3821999a6c" providerId="ADAL" clId="{CF0547D9-758A-4E7E-ADFD-94460FA4F6D2}" dt="2023-07-03T21:48:50.472" v="127" actId="1076"/>
          <ac:picMkLst>
            <pc:docMk/>
            <pc:sldMk cId="1196396230" sldId="525"/>
            <ac:picMk id="4" creationId="{0AF13330-D293-CB12-1626-4D908CE4C61E}"/>
          </ac:picMkLst>
        </pc:picChg>
        <pc:picChg chg="del">
          <ac:chgData name="Carlos Moreira" userId="e5d6a36f-fa0a-4004-9cb6-bb3821999a6c" providerId="ADAL" clId="{CF0547D9-758A-4E7E-ADFD-94460FA4F6D2}" dt="2023-07-03T21:47:57.637" v="76" actId="478"/>
          <ac:picMkLst>
            <pc:docMk/>
            <pc:sldMk cId="1196396230" sldId="525"/>
            <ac:picMk id="6" creationId="{DEB9D537-E9C0-654A-9401-495FDF215B16}"/>
          </ac:picMkLst>
        </pc:picChg>
        <pc:picChg chg="del">
          <ac:chgData name="Carlos Moreira" userId="e5d6a36f-fa0a-4004-9cb6-bb3821999a6c" providerId="ADAL" clId="{CF0547D9-758A-4E7E-ADFD-94460FA4F6D2}" dt="2023-07-03T21:47:58.066" v="77" actId="478"/>
          <ac:picMkLst>
            <pc:docMk/>
            <pc:sldMk cId="1196396230" sldId="525"/>
            <ac:picMk id="8" creationId="{891B7160-13B6-69B9-A4D7-E66A76CE6389}"/>
          </ac:picMkLst>
        </pc:picChg>
        <pc:picChg chg="add mod">
          <ac:chgData name="Carlos Moreira" userId="e5d6a36f-fa0a-4004-9cb6-bb3821999a6c" providerId="ADAL" clId="{CF0547D9-758A-4E7E-ADFD-94460FA4F6D2}" dt="2023-07-03T21:49:33.877" v="154" actId="1076"/>
          <ac:picMkLst>
            <pc:docMk/>
            <pc:sldMk cId="1196396230" sldId="525"/>
            <ac:picMk id="10" creationId="{22000660-4E8A-D582-3138-A0E93BC3080A}"/>
          </ac:picMkLst>
        </pc:picChg>
        <pc:picChg chg="del">
          <ac:chgData name="Carlos Moreira" userId="e5d6a36f-fa0a-4004-9cb6-bb3821999a6c" providerId="ADAL" clId="{CF0547D9-758A-4E7E-ADFD-94460FA4F6D2}" dt="2023-07-03T21:47:58.522" v="78" actId="478"/>
          <ac:picMkLst>
            <pc:docMk/>
            <pc:sldMk cId="1196396230" sldId="525"/>
            <ac:picMk id="13" creationId="{C6EAC42B-B19B-6777-653D-F17D01A31C55}"/>
          </ac:picMkLst>
        </pc:picChg>
      </pc:sldChg>
      <pc:sldChg chg="modSp del mod">
        <pc:chgData name="Carlos Moreira" userId="e5d6a36f-fa0a-4004-9cb6-bb3821999a6c" providerId="ADAL" clId="{CF0547D9-758A-4E7E-ADFD-94460FA4F6D2}" dt="2023-07-03T21:56:12.078" v="474" actId="47"/>
        <pc:sldMkLst>
          <pc:docMk/>
          <pc:sldMk cId="3755499940" sldId="526"/>
        </pc:sldMkLst>
        <pc:spChg chg="mod">
          <ac:chgData name="Carlos Moreira" userId="e5d6a36f-fa0a-4004-9cb6-bb3821999a6c" providerId="ADAL" clId="{CF0547D9-758A-4E7E-ADFD-94460FA4F6D2}" dt="2023-07-03T21:46:55.830" v="65" actId="20577"/>
          <ac:spMkLst>
            <pc:docMk/>
            <pc:sldMk cId="3755499940" sldId="526"/>
            <ac:spMk id="9" creationId="{20504549-E32D-4248-A49C-9E524511F98D}"/>
          </ac:spMkLst>
        </pc:spChg>
      </pc:sldChg>
      <pc:sldChg chg="modSp del mod">
        <pc:chgData name="Carlos Moreira" userId="e5d6a36f-fa0a-4004-9cb6-bb3821999a6c" providerId="ADAL" clId="{CF0547D9-758A-4E7E-ADFD-94460FA4F6D2}" dt="2023-07-03T21:56:09.554" v="473" actId="47"/>
        <pc:sldMkLst>
          <pc:docMk/>
          <pc:sldMk cId="952581240" sldId="527"/>
        </pc:sldMkLst>
        <pc:spChg chg="mod">
          <ac:chgData name="Carlos Moreira" userId="e5d6a36f-fa0a-4004-9cb6-bb3821999a6c" providerId="ADAL" clId="{CF0547D9-758A-4E7E-ADFD-94460FA4F6D2}" dt="2023-07-03T21:47:03.040" v="75" actId="20577"/>
          <ac:spMkLst>
            <pc:docMk/>
            <pc:sldMk cId="952581240" sldId="527"/>
            <ac:spMk id="9" creationId="{20504549-E32D-4248-A49C-9E524511F98D}"/>
          </ac:spMkLst>
        </pc:spChg>
      </pc:sldChg>
      <pc:sldChg chg="addSp delSp modSp add mod">
        <pc:chgData name="Carlos Moreira" userId="e5d6a36f-fa0a-4004-9cb6-bb3821999a6c" providerId="ADAL" clId="{CF0547D9-758A-4E7E-ADFD-94460FA4F6D2}" dt="2023-07-03T22:16:12.160" v="480" actId="1076"/>
        <pc:sldMkLst>
          <pc:docMk/>
          <pc:sldMk cId="1957638249" sldId="528"/>
        </pc:sldMkLst>
        <pc:spChg chg="del">
          <ac:chgData name="Carlos Moreira" userId="e5d6a36f-fa0a-4004-9cb6-bb3821999a6c" providerId="ADAL" clId="{CF0547D9-758A-4E7E-ADFD-94460FA4F6D2}" dt="2023-07-03T21:50:26.493" v="199" actId="478"/>
          <ac:spMkLst>
            <pc:docMk/>
            <pc:sldMk cId="1957638249" sldId="528"/>
            <ac:spMk id="7" creationId="{66149D74-D1CD-F2C2-7EBE-3758A0EF789E}"/>
          </ac:spMkLst>
        </pc:spChg>
        <pc:spChg chg="mod">
          <ac:chgData name="Carlos Moreira" userId="e5d6a36f-fa0a-4004-9cb6-bb3821999a6c" providerId="ADAL" clId="{CF0547D9-758A-4E7E-ADFD-94460FA4F6D2}" dt="2023-07-03T21:50:39.331" v="219" actId="20577"/>
          <ac:spMkLst>
            <pc:docMk/>
            <pc:sldMk cId="1957638249" sldId="528"/>
            <ac:spMk id="14" creationId="{2CA9AAA1-FE0C-391B-969C-DD34D34D4B89}"/>
          </ac:spMkLst>
        </pc:spChg>
        <pc:spChg chg="del">
          <ac:chgData name="Carlos Moreira" userId="e5d6a36f-fa0a-4004-9cb6-bb3821999a6c" providerId="ADAL" clId="{CF0547D9-758A-4E7E-ADFD-94460FA4F6D2}" dt="2023-07-03T21:50:29.522" v="200" actId="478"/>
          <ac:spMkLst>
            <pc:docMk/>
            <pc:sldMk cId="1957638249" sldId="528"/>
            <ac:spMk id="15" creationId="{126EE570-D8C9-55F1-CA7B-9DB8C867C04E}"/>
          </ac:spMkLst>
        </pc:spChg>
        <pc:picChg chg="del mod">
          <ac:chgData name="Carlos Moreira" userId="e5d6a36f-fa0a-4004-9cb6-bb3821999a6c" providerId="ADAL" clId="{CF0547D9-758A-4E7E-ADFD-94460FA4F6D2}" dt="2023-07-03T21:50:13.498" v="194" actId="478"/>
          <ac:picMkLst>
            <pc:docMk/>
            <pc:sldMk cId="1957638249" sldId="528"/>
            <ac:picMk id="2" creationId="{3955644F-E1A0-C684-EED7-48E54F922BAD}"/>
          </ac:picMkLst>
        </pc:picChg>
        <pc:picChg chg="del mod">
          <ac:chgData name="Carlos Moreira" userId="e5d6a36f-fa0a-4004-9cb6-bb3821999a6c" providerId="ADAL" clId="{CF0547D9-758A-4E7E-ADFD-94460FA4F6D2}" dt="2023-07-03T21:50:13.498" v="194" actId="478"/>
          <ac:picMkLst>
            <pc:docMk/>
            <pc:sldMk cId="1957638249" sldId="528"/>
            <ac:picMk id="4" creationId="{0AF13330-D293-CB12-1626-4D908CE4C61E}"/>
          </ac:picMkLst>
        </pc:picChg>
        <pc:picChg chg="add mod">
          <ac:chgData name="Carlos Moreira" userId="e5d6a36f-fa0a-4004-9cb6-bb3821999a6c" providerId="ADAL" clId="{CF0547D9-758A-4E7E-ADFD-94460FA4F6D2}" dt="2023-07-03T22:16:12.160" v="480" actId="1076"/>
          <ac:picMkLst>
            <pc:docMk/>
            <pc:sldMk cId="1957638249" sldId="528"/>
            <ac:picMk id="6" creationId="{A62DF1D0-4A49-A2FC-B53E-F898B5659344}"/>
          </ac:picMkLst>
        </pc:picChg>
        <pc:picChg chg="add mod">
          <ac:chgData name="Carlos Moreira" userId="e5d6a36f-fa0a-4004-9cb6-bb3821999a6c" providerId="ADAL" clId="{CF0547D9-758A-4E7E-ADFD-94460FA4F6D2}" dt="2023-07-03T22:16:12.160" v="480" actId="1076"/>
          <ac:picMkLst>
            <pc:docMk/>
            <pc:sldMk cId="1957638249" sldId="528"/>
            <ac:picMk id="8" creationId="{2B104E40-44B6-87E4-18DD-07A42C107960}"/>
          </ac:picMkLst>
        </pc:picChg>
        <pc:picChg chg="del">
          <ac:chgData name="Carlos Moreira" userId="e5d6a36f-fa0a-4004-9cb6-bb3821999a6c" providerId="ADAL" clId="{CF0547D9-758A-4E7E-ADFD-94460FA4F6D2}" dt="2023-07-03T21:50:13.498" v="194" actId="478"/>
          <ac:picMkLst>
            <pc:docMk/>
            <pc:sldMk cId="1957638249" sldId="528"/>
            <ac:picMk id="10" creationId="{22000660-4E8A-D582-3138-A0E93BC3080A}"/>
          </ac:picMkLst>
        </pc:picChg>
      </pc:sldChg>
      <pc:sldChg chg="addSp delSp modSp add mod">
        <pc:chgData name="Carlos Moreira" userId="e5d6a36f-fa0a-4004-9cb6-bb3821999a6c" providerId="ADAL" clId="{CF0547D9-758A-4E7E-ADFD-94460FA4F6D2}" dt="2023-07-03T22:16:23.307" v="481" actId="1076"/>
        <pc:sldMkLst>
          <pc:docMk/>
          <pc:sldMk cId="496138775" sldId="529"/>
        </pc:sldMkLst>
        <pc:spChg chg="add mod">
          <ac:chgData name="Carlos Moreira" userId="e5d6a36f-fa0a-4004-9cb6-bb3821999a6c" providerId="ADAL" clId="{CF0547D9-758A-4E7E-ADFD-94460FA4F6D2}" dt="2023-07-03T21:54:26.301" v="409" actId="20577"/>
          <ac:spMkLst>
            <pc:docMk/>
            <pc:sldMk cId="496138775" sldId="529"/>
            <ac:spMk id="11" creationId="{C735D5DB-E859-4936-7F6C-C5407CC23D36}"/>
          </ac:spMkLst>
        </pc:spChg>
        <pc:spChg chg="mod">
          <ac:chgData name="Carlos Moreira" userId="e5d6a36f-fa0a-4004-9cb6-bb3821999a6c" providerId="ADAL" clId="{CF0547D9-758A-4E7E-ADFD-94460FA4F6D2}" dt="2023-07-03T21:53:45.038" v="384" actId="20577"/>
          <ac:spMkLst>
            <pc:docMk/>
            <pc:sldMk cId="496138775" sldId="529"/>
            <ac:spMk id="14" creationId="{2CA9AAA1-FE0C-391B-969C-DD34D34D4B89}"/>
          </ac:spMkLst>
        </pc:spChg>
        <pc:picChg chg="add mod">
          <ac:chgData name="Carlos Moreira" userId="e5d6a36f-fa0a-4004-9cb6-bb3821999a6c" providerId="ADAL" clId="{CF0547D9-758A-4E7E-ADFD-94460FA4F6D2}" dt="2023-07-03T21:53:18.466" v="282" actId="1076"/>
          <ac:picMkLst>
            <pc:docMk/>
            <pc:sldMk cId="496138775" sldId="529"/>
            <ac:picMk id="2" creationId="{51636976-9E55-D32A-3C04-BC778C87E26F}"/>
          </ac:picMkLst>
        </pc:picChg>
        <pc:picChg chg="add mod">
          <ac:chgData name="Carlos Moreira" userId="e5d6a36f-fa0a-4004-9cb6-bb3821999a6c" providerId="ADAL" clId="{CF0547D9-758A-4E7E-ADFD-94460FA4F6D2}" dt="2023-07-03T22:16:23.307" v="481" actId="1076"/>
          <ac:picMkLst>
            <pc:docMk/>
            <pc:sldMk cId="496138775" sldId="529"/>
            <ac:picMk id="4" creationId="{5D28E713-9ED7-63E5-B98A-275434CD2BF2}"/>
          </ac:picMkLst>
        </pc:picChg>
        <pc:picChg chg="del">
          <ac:chgData name="Carlos Moreira" userId="e5d6a36f-fa0a-4004-9cb6-bb3821999a6c" providerId="ADAL" clId="{CF0547D9-758A-4E7E-ADFD-94460FA4F6D2}" dt="2023-07-03T21:53:10.612" v="278" actId="478"/>
          <ac:picMkLst>
            <pc:docMk/>
            <pc:sldMk cId="496138775" sldId="529"/>
            <ac:picMk id="6" creationId="{A62DF1D0-4A49-A2FC-B53E-F898B5659344}"/>
          </ac:picMkLst>
        </pc:picChg>
        <pc:picChg chg="add mod">
          <ac:chgData name="Carlos Moreira" userId="e5d6a36f-fa0a-4004-9cb6-bb3821999a6c" providerId="ADAL" clId="{CF0547D9-758A-4E7E-ADFD-94460FA4F6D2}" dt="2023-07-03T21:54:14.246" v="390" actId="1076"/>
          <ac:picMkLst>
            <pc:docMk/>
            <pc:sldMk cId="496138775" sldId="529"/>
            <ac:picMk id="7" creationId="{0E380A5D-53D0-622C-F380-11291570E85F}"/>
          </ac:picMkLst>
        </pc:picChg>
        <pc:picChg chg="del">
          <ac:chgData name="Carlos Moreira" userId="e5d6a36f-fa0a-4004-9cb6-bb3821999a6c" providerId="ADAL" clId="{CF0547D9-758A-4E7E-ADFD-94460FA4F6D2}" dt="2023-07-03T21:53:10.612" v="278" actId="478"/>
          <ac:picMkLst>
            <pc:docMk/>
            <pc:sldMk cId="496138775" sldId="529"/>
            <ac:picMk id="8" creationId="{2B104E40-44B6-87E4-18DD-07A42C107960}"/>
          </ac:picMkLst>
        </pc:picChg>
        <pc:picChg chg="add mod">
          <ac:chgData name="Carlos Moreira" userId="e5d6a36f-fa0a-4004-9cb6-bb3821999a6c" providerId="ADAL" clId="{CF0547D9-758A-4E7E-ADFD-94460FA4F6D2}" dt="2023-07-03T21:54:12.005" v="389" actId="1076"/>
          <ac:picMkLst>
            <pc:docMk/>
            <pc:sldMk cId="496138775" sldId="529"/>
            <ac:picMk id="10" creationId="{AB676681-273F-3E74-8F31-25CF1667B747}"/>
          </ac:picMkLst>
        </pc:picChg>
      </pc:sldChg>
      <pc:sldChg chg="addSp delSp modSp add mod">
        <pc:chgData name="Carlos Moreira" userId="e5d6a36f-fa0a-4004-9cb6-bb3821999a6c" providerId="ADAL" clId="{CF0547D9-758A-4E7E-ADFD-94460FA4F6D2}" dt="2023-07-03T21:55:16.714" v="469" actId="1036"/>
        <pc:sldMkLst>
          <pc:docMk/>
          <pc:sldMk cId="585573266" sldId="530"/>
        </pc:sldMkLst>
        <pc:spChg chg="mod">
          <ac:chgData name="Carlos Moreira" userId="e5d6a36f-fa0a-4004-9cb6-bb3821999a6c" providerId="ADAL" clId="{CF0547D9-758A-4E7E-ADFD-94460FA4F6D2}" dt="2023-07-03T21:55:16.714" v="469" actId="1036"/>
          <ac:spMkLst>
            <pc:docMk/>
            <pc:sldMk cId="585573266" sldId="530"/>
            <ac:spMk id="11" creationId="{C735D5DB-E859-4936-7F6C-C5407CC23D36}"/>
          </ac:spMkLst>
        </pc:spChg>
        <pc:spChg chg="del mod">
          <ac:chgData name="Carlos Moreira" userId="e5d6a36f-fa0a-4004-9cb6-bb3821999a6c" providerId="ADAL" clId="{CF0547D9-758A-4E7E-ADFD-94460FA4F6D2}" dt="2023-07-03T21:54:46.545" v="412" actId="478"/>
          <ac:spMkLst>
            <pc:docMk/>
            <pc:sldMk cId="585573266" sldId="530"/>
            <ac:spMk id="14" creationId="{2CA9AAA1-FE0C-391B-969C-DD34D34D4B89}"/>
          </ac:spMkLst>
        </pc:spChg>
        <pc:picChg chg="del mod">
          <ac:chgData name="Carlos Moreira" userId="e5d6a36f-fa0a-4004-9cb6-bb3821999a6c" providerId="ADAL" clId="{CF0547D9-758A-4E7E-ADFD-94460FA4F6D2}" dt="2023-07-03T21:54:46.545" v="412" actId="478"/>
          <ac:picMkLst>
            <pc:docMk/>
            <pc:sldMk cId="585573266" sldId="530"/>
            <ac:picMk id="2" creationId="{51636976-9E55-D32A-3C04-BC778C87E26F}"/>
          </ac:picMkLst>
        </pc:picChg>
        <pc:picChg chg="del mod">
          <ac:chgData name="Carlos Moreira" userId="e5d6a36f-fa0a-4004-9cb6-bb3821999a6c" providerId="ADAL" clId="{CF0547D9-758A-4E7E-ADFD-94460FA4F6D2}" dt="2023-07-03T21:54:46.545" v="412" actId="478"/>
          <ac:picMkLst>
            <pc:docMk/>
            <pc:sldMk cId="585573266" sldId="530"/>
            <ac:picMk id="4" creationId="{5D28E713-9ED7-63E5-B98A-275434CD2BF2}"/>
          </ac:picMkLst>
        </pc:picChg>
        <pc:picChg chg="add mod">
          <ac:chgData name="Carlos Moreira" userId="e5d6a36f-fa0a-4004-9cb6-bb3821999a6c" providerId="ADAL" clId="{CF0547D9-758A-4E7E-ADFD-94460FA4F6D2}" dt="2023-07-03T21:55:00.001" v="416" actId="1076"/>
          <ac:picMkLst>
            <pc:docMk/>
            <pc:sldMk cId="585573266" sldId="530"/>
            <ac:picMk id="6" creationId="{ED5DE46C-6AFF-23F8-3B12-7C1ECEF161DA}"/>
          </ac:picMkLst>
        </pc:picChg>
        <pc:picChg chg="del">
          <ac:chgData name="Carlos Moreira" userId="e5d6a36f-fa0a-4004-9cb6-bb3821999a6c" providerId="ADAL" clId="{CF0547D9-758A-4E7E-ADFD-94460FA4F6D2}" dt="2023-07-03T21:54:46.545" v="412" actId="478"/>
          <ac:picMkLst>
            <pc:docMk/>
            <pc:sldMk cId="585573266" sldId="530"/>
            <ac:picMk id="7" creationId="{0E380A5D-53D0-622C-F380-11291570E85F}"/>
          </ac:picMkLst>
        </pc:picChg>
        <pc:picChg chg="del">
          <ac:chgData name="Carlos Moreira" userId="e5d6a36f-fa0a-4004-9cb6-bb3821999a6c" providerId="ADAL" clId="{CF0547D9-758A-4E7E-ADFD-94460FA4F6D2}" dt="2023-07-03T21:54:46.545" v="412" actId="478"/>
          <ac:picMkLst>
            <pc:docMk/>
            <pc:sldMk cId="585573266" sldId="530"/>
            <ac:picMk id="10" creationId="{AB676681-273F-3E74-8F31-25CF1667B747}"/>
          </ac:picMkLst>
        </pc:picChg>
      </pc:sldChg>
    </pc:docChg>
  </pc:docChgLst>
  <pc:docChgLst>
    <pc:chgData name="Carlos Moreira" userId="e5d6a36f-fa0a-4004-9cb6-bb3821999a6c" providerId="ADAL" clId="{6D34C20F-6CBF-49BC-A07A-4F16C0779787}"/>
    <pc:docChg chg="undo custSel addSld modSld">
      <pc:chgData name="Carlos Moreira" userId="e5d6a36f-fa0a-4004-9cb6-bb3821999a6c" providerId="ADAL" clId="{6D34C20F-6CBF-49BC-A07A-4F16C0779787}" dt="2023-09-01T15:36:05.059" v="830" actId="1076"/>
      <pc:docMkLst>
        <pc:docMk/>
      </pc:docMkLst>
      <pc:sldChg chg="modSp mod">
        <pc:chgData name="Carlos Moreira" userId="e5d6a36f-fa0a-4004-9cb6-bb3821999a6c" providerId="ADAL" clId="{6D34C20F-6CBF-49BC-A07A-4F16C0779787}" dt="2023-09-01T15:06:44.704" v="5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6D34C20F-6CBF-49BC-A07A-4F16C0779787}" dt="2023-09-01T15:06:44.704" v="5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6D34C20F-6CBF-49BC-A07A-4F16C0779787}" dt="2023-09-01T15:14:24.555" v="310" actId="20577"/>
        <pc:sldMkLst>
          <pc:docMk/>
          <pc:sldMk cId="1663769316" sldId="512"/>
        </pc:sldMkLst>
        <pc:spChg chg="del">
          <ac:chgData name="Carlos Moreira" userId="e5d6a36f-fa0a-4004-9cb6-bb3821999a6c" providerId="ADAL" clId="{6D34C20F-6CBF-49BC-A07A-4F16C0779787}" dt="2023-09-01T15:12:03.461" v="204" actId="478"/>
          <ac:spMkLst>
            <pc:docMk/>
            <pc:sldMk cId="1663769316" sldId="512"/>
            <ac:spMk id="4" creationId="{5A440706-87C8-D503-C414-4D6D945C2AC8}"/>
          </ac:spMkLst>
        </pc:spChg>
        <pc:spChg chg="add mod">
          <ac:chgData name="Carlos Moreira" userId="e5d6a36f-fa0a-4004-9cb6-bb3821999a6c" providerId="ADAL" clId="{6D34C20F-6CBF-49BC-A07A-4F16C0779787}" dt="2023-09-01T15:12:33.903" v="257" actId="20577"/>
          <ac:spMkLst>
            <pc:docMk/>
            <pc:sldMk cId="1663769316" sldId="512"/>
            <ac:spMk id="6" creationId="{F8F0BEDB-D840-FCBF-4984-E32213F2C625}"/>
          </ac:spMkLst>
        </pc:spChg>
        <pc:spChg chg="add mod">
          <ac:chgData name="Carlos Moreira" userId="e5d6a36f-fa0a-4004-9cb6-bb3821999a6c" providerId="ADAL" clId="{6D34C20F-6CBF-49BC-A07A-4F16C0779787}" dt="2023-09-01T15:13:39.622" v="290" actId="20577"/>
          <ac:spMkLst>
            <pc:docMk/>
            <pc:sldMk cId="1663769316" sldId="512"/>
            <ac:spMk id="8" creationId="{A0DA051D-091F-772C-2A24-F7D12000363C}"/>
          </ac:spMkLst>
        </pc:spChg>
        <pc:spChg chg="mod">
          <ac:chgData name="Carlos Moreira" userId="e5d6a36f-fa0a-4004-9cb6-bb3821999a6c" providerId="ADAL" clId="{6D34C20F-6CBF-49BC-A07A-4F16C0779787}" dt="2023-09-01T15:06:53.545" v="16" actId="20577"/>
          <ac:spMkLst>
            <pc:docMk/>
            <pc:sldMk cId="1663769316" sldId="512"/>
            <ac:spMk id="9" creationId="{20504549-E32D-4248-A49C-9E524511F98D}"/>
          </ac:spMkLst>
        </pc:spChg>
        <pc:spChg chg="add mod">
          <ac:chgData name="Carlos Moreira" userId="e5d6a36f-fa0a-4004-9cb6-bb3821999a6c" providerId="ADAL" clId="{6D34C20F-6CBF-49BC-A07A-4F16C0779787}" dt="2023-09-01T15:14:24.555" v="310" actId="20577"/>
          <ac:spMkLst>
            <pc:docMk/>
            <pc:sldMk cId="1663769316" sldId="512"/>
            <ac:spMk id="11" creationId="{AFE767E1-927A-0FCC-8FBE-FC025A2B7A81}"/>
          </ac:spMkLst>
        </pc:spChg>
        <pc:picChg chg="add mod">
          <ac:chgData name="Carlos Moreira" userId="e5d6a36f-fa0a-4004-9cb6-bb3821999a6c" providerId="ADAL" clId="{6D34C20F-6CBF-49BC-A07A-4F16C0779787}" dt="2023-09-01T15:12:12.752" v="208" actId="1076"/>
          <ac:picMkLst>
            <pc:docMk/>
            <pc:sldMk cId="1663769316" sldId="512"/>
            <ac:picMk id="2" creationId="{A0C9D909-58F6-FB1B-1423-B5E6F6A3BFCD}"/>
          </ac:picMkLst>
        </pc:picChg>
        <pc:picChg chg="add mod modCrop">
          <ac:chgData name="Carlos Moreira" userId="e5d6a36f-fa0a-4004-9cb6-bb3821999a6c" providerId="ADAL" clId="{6D34C20F-6CBF-49BC-A07A-4F16C0779787}" dt="2023-09-01T15:13:20.528" v="266" actId="14100"/>
          <ac:picMkLst>
            <pc:docMk/>
            <pc:sldMk cId="1663769316" sldId="512"/>
            <ac:picMk id="7" creationId="{700F07AD-E9E6-68CE-0D36-7037C8045DD5}"/>
          </ac:picMkLst>
        </pc:picChg>
        <pc:picChg chg="add mod">
          <ac:chgData name="Carlos Moreira" userId="e5d6a36f-fa0a-4004-9cb6-bb3821999a6c" providerId="ADAL" clId="{6D34C20F-6CBF-49BC-A07A-4F16C0779787}" dt="2023-09-01T15:14:04.795" v="294" actId="1076"/>
          <ac:picMkLst>
            <pc:docMk/>
            <pc:sldMk cId="1663769316" sldId="512"/>
            <ac:picMk id="10" creationId="{8549E205-83B7-A981-A363-F5A1C9A9A397}"/>
          </ac:picMkLst>
        </pc:picChg>
      </pc:sldChg>
      <pc:sldChg chg="addSp delSp modSp mod">
        <pc:chgData name="Carlos Moreira" userId="e5d6a36f-fa0a-4004-9cb6-bb3821999a6c" providerId="ADAL" clId="{6D34C20F-6CBF-49BC-A07A-4F16C0779787}" dt="2023-09-01T15:35:58.102" v="829" actId="1076"/>
        <pc:sldMkLst>
          <pc:docMk/>
          <pc:sldMk cId="1170610028" sldId="513"/>
        </pc:sldMkLst>
        <pc:spChg chg="del">
          <ac:chgData name="Carlos Moreira" userId="e5d6a36f-fa0a-4004-9cb6-bb3821999a6c" providerId="ADAL" clId="{6D34C20F-6CBF-49BC-A07A-4F16C0779787}" dt="2023-09-01T15:15:06.486" v="311" actId="478"/>
          <ac:spMkLst>
            <pc:docMk/>
            <pc:sldMk cId="1170610028" sldId="513"/>
            <ac:spMk id="2" creationId="{DD00EC4A-427F-C8B9-A3EC-0F248A88AF9F}"/>
          </ac:spMkLst>
        </pc:spChg>
        <pc:spChg chg="add mod">
          <ac:chgData name="Carlos Moreira" userId="e5d6a36f-fa0a-4004-9cb6-bb3821999a6c" providerId="ADAL" clId="{6D34C20F-6CBF-49BC-A07A-4F16C0779787}" dt="2023-09-01T15:35:58.102" v="829" actId="1076"/>
          <ac:spMkLst>
            <pc:docMk/>
            <pc:sldMk cId="1170610028" sldId="513"/>
            <ac:spMk id="6" creationId="{36B827D0-7185-079D-0187-23A613AF1B96}"/>
          </ac:spMkLst>
        </pc:spChg>
        <pc:spChg chg="mod">
          <ac:chgData name="Carlos Moreira" userId="e5d6a36f-fa0a-4004-9cb6-bb3821999a6c" providerId="ADAL" clId="{6D34C20F-6CBF-49BC-A07A-4F16C0779787}" dt="2023-09-01T15:07:05.461" v="28" actId="20577"/>
          <ac:spMkLst>
            <pc:docMk/>
            <pc:sldMk cId="1170610028" sldId="513"/>
            <ac:spMk id="9" creationId="{20504549-E32D-4248-A49C-9E524511F98D}"/>
          </ac:spMkLst>
        </pc:spChg>
        <pc:picChg chg="add mod modCrop">
          <ac:chgData name="Carlos Moreira" userId="e5d6a36f-fa0a-4004-9cb6-bb3821999a6c" providerId="ADAL" clId="{6D34C20F-6CBF-49BC-A07A-4F16C0779787}" dt="2023-09-01T15:35:58.102" v="829" actId="1076"/>
          <ac:picMkLst>
            <pc:docMk/>
            <pc:sldMk cId="1170610028" sldId="513"/>
            <ac:picMk id="4" creationId="{FB6162F8-A2BA-F65C-A23B-31E1CE3EEC62}"/>
          </ac:picMkLst>
        </pc:picChg>
      </pc:sldChg>
      <pc:sldChg chg="modSp mod">
        <pc:chgData name="Carlos Moreira" userId="e5d6a36f-fa0a-4004-9cb6-bb3821999a6c" providerId="ADAL" clId="{6D34C20F-6CBF-49BC-A07A-4F16C0779787}" dt="2023-09-01T15:07:20.343" v="40" actId="20577"/>
        <pc:sldMkLst>
          <pc:docMk/>
          <pc:sldMk cId="1315261602" sldId="514"/>
        </pc:sldMkLst>
        <pc:spChg chg="mod">
          <ac:chgData name="Carlos Moreira" userId="e5d6a36f-fa0a-4004-9cb6-bb3821999a6c" providerId="ADAL" clId="{6D34C20F-6CBF-49BC-A07A-4F16C0779787}" dt="2023-09-01T15:07:20.343" v="40" actId="20577"/>
          <ac:spMkLst>
            <pc:docMk/>
            <pc:sldMk cId="1315261602" sldId="514"/>
            <ac:spMk id="9" creationId="{20504549-E32D-4248-A49C-9E524511F98D}"/>
          </ac:spMkLst>
        </pc:spChg>
      </pc:sldChg>
      <pc:sldChg chg="addSp delSp modSp mod">
        <pc:chgData name="Carlos Moreira" userId="e5d6a36f-fa0a-4004-9cb6-bb3821999a6c" providerId="ADAL" clId="{6D34C20F-6CBF-49BC-A07A-4F16C0779787}" dt="2023-09-01T15:25:19.200" v="743" actId="20577"/>
        <pc:sldMkLst>
          <pc:docMk/>
          <pc:sldMk cId="1029446250" sldId="515"/>
        </pc:sldMkLst>
        <pc:spChg chg="del">
          <ac:chgData name="Carlos Moreira" userId="e5d6a36f-fa0a-4004-9cb6-bb3821999a6c" providerId="ADAL" clId="{6D34C20F-6CBF-49BC-A07A-4F16C0779787}" dt="2023-09-01T15:09:38.807" v="97" actId="478"/>
          <ac:spMkLst>
            <pc:docMk/>
            <pc:sldMk cId="1029446250" sldId="515"/>
            <ac:spMk id="6" creationId="{5D387287-9D9A-CEEC-6811-A4497F0F022A}"/>
          </ac:spMkLst>
        </pc:spChg>
        <pc:spChg chg="add mod">
          <ac:chgData name="Carlos Moreira" userId="e5d6a36f-fa0a-4004-9cb6-bb3821999a6c" providerId="ADAL" clId="{6D34C20F-6CBF-49BC-A07A-4F16C0779787}" dt="2023-09-01T15:10:00.331" v="138" actId="20577"/>
          <ac:spMkLst>
            <pc:docMk/>
            <pc:sldMk cId="1029446250" sldId="515"/>
            <ac:spMk id="7" creationId="{BC9B48C8-A950-67D0-10E5-16AFA879F99E}"/>
          </ac:spMkLst>
        </pc:spChg>
        <pc:spChg chg="mod">
          <ac:chgData name="Carlos Moreira" userId="e5d6a36f-fa0a-4004-9cb6-bb3821999a6c" providerId="ADAL" clId="{6D34C20F-6CBF-49BC-A07A-4F16C0779787}" dt="2023-09-01T15:06:59.833" v="22" actId="20577"/>
          <ac:spMkLst>
            <pc:docMk/>
            <pc:sldMk cId="1029446250" sldId="515"/>
            <ac:spMk id="9" creationId="{20504549-E32D-4248-A49C-9E524511F98D}"/>
          </ac:spMkLst>
        </pc:spChg>
        <pc:spChg chg="mod">
          <ac:chgData name="Carlos Moreira" userId="e5d6a36f-fa0a-4004-9cb6-bb3821999a6c" providerId="ADAL" clId="{6D34C20F-6CBF-49BC-A07A-4F16C0779787}" dt="2023-09-01T15:24:03.818" v="652" actId="1076"/>
          <ac:spMkLst>
            <pc:docMk/>
            <pc:sldMk cId="1029446250" sldId="515"/>
            <ac:spMk id="11" creationId="{65E86C28-2215-C748-3E4F-7DBC1639F72F}"/>
          </ac:spMkLst>
        </pc:spChg>
        <pc:spChg chg="add mod">
          <ac:chgData name="Carlos Moreira" userId="e5d6a36f-fa0a-4004-9cb6-bb3821999a6c" providerId="ADAL" clId="{6D34C20F-6CBF-49BC-A07A-4F16C0779787}" dt="2023-09-01T15:25:19.200" v="743" actId="20577"/>
          <ac:spMkLst>
            <pc:docMk/>
            <pc:sldMk cId="1029446250" sldId="515"/>
            <ac:spMk id="13" creationId="{C61F836C-6B7E-6AFA-6A36-CCABFE754823}"/>
          </ac:spMkLst>
        </pc:spChg>
        <pc:picChg chg="add mod">
          <ac:chgData name="Carlos Moreira" userId="e5d6a36f-fa0a-4004-9cb6-bb3821999a6c" providerId="ADAL" clId="{6D34C20F-6CBF-49BC-A07A-4F16C0779787}" dt="2023-09-01T15:23:46.182" v="647" actId="14100"/>
          <ac:picMkLst>
            <pc:docMk/>
            <pc:sldMk cId="1029446250" sldId="515"/>
            <ac:picMk id="2" creationId="{E8AA2CEC-4690-F7BA-8109-6CED0CDDE181}"/>
          </ac:picMkLst>
        </pc:picChg>
        <pc:picChg chg="del">
          <ac:chgData name="Carlos Moreira" userId="e5d6a36f-fa0a-4004-9cb6-bb3821999a6c" providerId="ADAL" clId="{6D34C20F-6CBF-49BC-A07A-4F16C0779787}" dt="2023-09-01T15:09:22.016" v="90" actId="478"/>
          <ac:picMkLst>
            <pc:docMk/>
            <pc:sldMk cId="1029446250" sldId="515"/>
            <ac:picMk id="4" creationId="{5B0ADDFF-0918-4E61-C119-41FAEF636567}"/>
          </ac:picMkLst>
        </pc:picChg>
        <pc:picChg chg="add mod">
          <ac:chgData name="Carlos Moreira" userId="e5d6a36f-fa0a-4004-9cb6-bb3821999a6c" providerId="ADAL" clId="{6D34C20F-6CBF-49BC-A07A-4F16C0779787}" dt="2023-09-01T15:23:59.203" v="651" actId="1076"/>
          <ac:picMkLst>
            <pc:docMk/>
            <pc:sldMk cId="1029446250" sldId="515"/>
            <ac:picMk id="8" creationId="{B5572CBB-4751-0C95-8D34-4263D0617B53}"/>
          </ac:picMkLst>
        </pc:picChg>
        <pc:picChg chg="del">
          <ac:chgData name="Carlos Moreira" userId="e5d6a36f-fa0a-4004-9cb6-bb3821999a6c" providerId="ADAL" clId="{6D34C20F-6CBF-49BC-A07A-4F16C0779787}" dt="2023-09-01T15:09:22.016" v="90" actId="478"/>
          <ac:picMkLst>
            <pc:docMk/>
            <pc:sldMk cId="1029446250" sldId="515"/>
            <ac:picMk id="10" creationId="{5188FDB0-3D3E-1DAE-B51F-2A18526C10D7}"/>
          </ac:picMkLst>
        </pc:picChg>
        <pc:picChg chg="add mod">
          <ac:chgData name="Carlos Moreira" userId="e5d6a36f-fa0a-4004-9cb6-bb3821999a6c" providerId="ADAL" clId="{6D34C20F-6CBF-49BC-A07A-4F16C0779787}" dt="2023-09-01T15:23:59.203" v="651" actId="1076"/>
          <ac:picMkLst>
            <pc:docMk/>
            <pc:sldMk cId="1029446250" sldId="515"/>
            <ac:picMk id="12" creationId="{14344E3C-9EFF-7755-4CE6-960362194599}"/>
          </ac:picMkLst>
        </pc:picChg>
      </pc:sldChg>
      <pc:sldChg chg="addSp delSp modSp mod">
        <pc:chgData name="Carlos Moreira" userId="e5d6a36f-fa0a-4004-9cb6-bb3821999a6c" providerId="ADAL" clId="{6D34C20F-6CBF-49BC-A07A-4F16C0779787}" dt="2023-09-01T15:35:48.901" v="828" actId="1076"/>
        <pc:sldMkLst>
          <pc:docMk/>
          <pc:sldMk cId="1546239747" sldId="524"/>
        </pc:sldMkLst>
        <pc:spChg chg="del">
          <ac:chgData name="Carlos Moreira" userId="e5d6a36f-fa0a-4004-9cb6-bb3821999a6c" providerId="ADAL" clId="{6D34C20F-6CBF-49BC-A07A-4F16C0779787}" dt="2023-09-01T15:10:26.171" v="141" actId="478"/>
          <ac:spMkLst>
            <pc:docMk/>
            <pc:sldMk cId="1546239747" sldId="524"/>
            <ac:spMk id="7" creationId="{4C7479C0-1E2F-BCDE-EC08-AFE5489BF4D5}"/>
          </ac:spMkLst>
        </pc:spChg>
        <pc:spChg chg="add mod">
          <ac:chgData name="Carlos Moreira" userId="e5d6a36f-fa0a-4004-9cb6-bb3821999a6c" providerId="ADAL" clId="{6D34C20F-6CBF-49BC-A07A-4F16C0779787}" dt="2023-09-01T15:35:48.901" v="828" actId="1076"/>
          <ac:spMkLst>
            <pc:docMk/>
            <pc:sldMk cId="1546239747" sldId="524"/>
            <ac:spMk id="8" creationId="{40F471CC-41E2-61A3-8233-42C78011DAB6}"/>
          </ac:spMkLst>
        </pc:spChg>
        <pc:spChg chg="mod">
          <ac:chgData name="Carlos Moreira" userId="e5d6a36f-fa0a-4004-9cb6-bb3821999a6c" providerId="ADAL" clId="{6D34C20F-6CBF-49BC-A07A-4F16C0779787}" dt="2023-09-01T15:07:29.954" v="46" actId="20577"/>
          <ac:spMkLst>
            <pc:docMk/>
            <pc:sldMk cId="1546239747" sldId="524"/>
            <ac:spMk id="9" creationId="{20504549-E32D-4248-A49C-9E524511F98D}"/>
          </ac:spMkLst>
        </pc:spChg>
        <pc:picChg chg="add mod">
          <ac:chgData name="Carlos Moreira" userId="e5d6a36f-fa0a-4004-9cb6-bb3821999a6c" providerId="ADAL" clId="{6D34C20F-6CBF-49BC-A07A-4F16C0779787}" dt="2023-09-01T15:35:48.901" v="828" actId="1076"/>
          <ac:picMkLst>
            <pc:docMk/>
            <pc:sldMk cId="1546239747" sldId="524"/>
            <ac:picMk id="2" creationId="{63FD1FB1-B4CE-4A46-3397-7B33241E925E}"/>
          </ac:picMkLst>
        </pc:picChg>
        <pc:picChg chg="del">
          <ac:chgData name="Carlos Moreira" userId="e5d6a36f-fa0a-4004-9cb6-bb3821999a6c" providerId="ADAL" clId="{6D34C20F-6CBF-49BC-A07A-4F16C0779787}" dt="2023-09-01T15:10:21.642" v="139" actId="478"/>
          <ac:picMkLst>
            <pc:docMk/>
            <pc:sldMk cId="1546239747" sldId="524"/>
            <ac:picMk id="4" creationId="{46A9A681-41E1-0B1C-0F28-FD9F07CE56AE}"/>
          </ac:picMkLst>
        </pc:picChg>
      </pc:sldChg>
      <pc:sldChg chg="addSp delSp modSp mod">
        <pc:chgData name="Carlos Moreira" userId="e5d6a36f-fa0a-4004-9cb6-bb3821999a6c" providerId="ADAL" clId="{6D34C20F-6CBF-49BC-A07A-4F16C0779787}" dt="2023-09-01T15:35:08.424" v="827" actId="20577"/>
        <pc:sldMkLst>
          <pc:docMk/>
          <pc:sldMk cId="1196396230" sldId="525"/>
        </pc:sldMkLst>
        <pc:spChg chg="mod">
          <ac:chgData name="Carlos Moreira" userId="e5d6a36f-fa0a-4004-9cb6-bb3821999a6c" providerId="ADAL" clId="{6D34C20F-6CBF-49BC-A07A-4F16C0779787}" dt="2023-09-01T15:09:33.150" v="95" actId="1076"/>
          <ac:spMkLst>
            <pc:docMk/>
            <pc:sldMk cId="1196396230" sldId="525"/>
            <ac:spMk id="7" creationId="{66149D74-D1CD-F2C2-7EBE-3758A0EF789E}"/>
          </ac:spMkLst>
        </pc:spChg>
        <pc:spChg chg="add mod">
          <ac:chgData name="Carlos Moreira" userId="e5d6a36f-fa0a-4004-9cb6-bb3821999a6c" providerId="ADAL" clId="{6D34C20F-6CBF-49BC-A07A-4F16C0779787}" dt="2023-09-01T15:34:32.934" v="780" actId="1038"/>
          <ac:spMkLst>
            <pc:docMk/>
            <pc:sldMk cId="1196396230" sldId="525"/>
            <ac:spMk id="8" creationId="{4503C5F6-8364-5231-749E-41E36A10849E}"/>
          </ac:spMkLst>
        </pc:spChg>
        <pc:spChg chg="mod">
          <ac:chgData name="Carlos Moreira" userId="e5d6a36f-fa0a-4004-9cb6-bb3821999a6c" providerId="ADAL" clId="{6D34C20F-6CBF-49BC-A07A-4F16C0779787}" dt="2023-09-01T15:07:11.478" v="34" actId="20577"/>
          <ac:spMkLst>
            <pc:docMk/>
            <pc:sldMk cId="1196396230" sldId="525"/>
            <ac:spMk id="9" creationId="{20504549-E32D-4248-A49C-9E524511F98D}"/>
          </ac:spMkLst>
        </pc:spChg>
        <pc:spChg chg="add mod">
          <ac:chgData name="Carlos Moreira" userId="e5d6a36f-fa0a-4004-9cb6-bb3821999a6c" providerId="ADAL" clId="{6D34C20F-6CBF-49BC-A07A-4F16C0779787}" dt="2023-09-01T15:35:08.424" v="827" actId="20577"/>
          <ac:spMkLst>
            <pc:docMk/>
            <pc:sldMk cId="1196396230" sldId="525"/>
            <ac:spMk id="11" creationId="{3A1A915B-65B7-8542-4BAD-C5258B3F15AB}"/>
          </ac:spMkLst>
        </pc:spChg>
        <pc:picChg chg="add mod">
          <ac:chgData name="Carlos Moreira" userId="e5d6a36f-fa0a-4004-9cb6-bb3821999a6c" providerId="ADAL" clId="{6D34C20F-6CBF-49BC-A07A-4F16C0779787}" dt="2023-09-01T15:08:25.078" v="49" actId="1076"/>
          <ac:picMkLst>
            <pc:docMk/>
            <pc:sldMk cId="1196396230" sldId="525"/>
            <ac:picMk id="2" creationId="{B8D9246C-668C-EF24-518D-312F7A53AB7F}"/>
          </ac:picMkLst>
        </pc:picChg>
        <pc:picChg chg="add mod">
          <ac:chgData name="Carlos Moreira" userId="e5d6a36f-fa0a-4004-9cb6-bb3821999a6c" providerId="ADAL" clId="{6D34C20F-6CBF-49BC-A07A-4F16C0779787}" dt="2023-09-01T15:34:32.934" v="780" actId="1038"/>
          <ac:picMkLst>
            <pc:docMk/>
            <pc:sldMk cId="1196396230" sldId="525"/>
            <ac:picMk id="4" creationId="{CD9DB5B3-CA52-E6F4-49FA-CF8A556C47BF}"/>
          </ac:picMkLst>
        </pc:picChg>
        <pc:picChg chg="del">
          <ac:chgData name="Carlos Moreira" userId="e5d6a36f-fa0a-4004-9cb6-bb3821999a6c" providerId="ADAL" clId="{6D34C20F-6CBF-49BC-A07A-4F16C0779787}" dt="2023-09-01T15:08:19.854" v="47" actId="478"/>
          <ac:picMkLst>
            <pc:docMk/>
            <pc:sldMk cId="1196396230" sldId="525"/>
            <ac:picMk id="6" creationId="{5AFCDBE9-1A86-453E-256A-035456CA82C8}"/>
          </ac:picMkLst>
        </pc:picChg>
        <pc:picChg chg="add mod">
          <ac:chgData name="Carlos Moreira" userId="e5d6a36f-fa0a-4004-9cb6-bb3821999a6c" providerId="ADAL" clId="{6D34C20F-6CBF-49BC-A07A-4F16C0779787}" dt="2023-09-01T15:34:38.946" v="781" actId="1076"/>
          <ac:picMkLst>
            <pc:docMk/>
            <pc:sldMk cId="1196396230" sldId="525"/>
            <ac:picMk id="10" creationId="{FB78B336-D87F-B311-7AE9-4F1F737EDF7D}"/>
          </ac:picMkLst>
        </pc:picChg>
      </pc:sldChg>
      <pc:sldChg chg="addSp delSp modSp add mod">
        <pc:chgData name="Carlos Moreira" userId="e5d6a36f-fa0a-4004-9cb6-bb3821999a6c" providerId="ADAL" clId="{6D34C20F-6CBF-49BC-A07A-4F16C0779787}" dt="2023-09-01T15:36:05.059" v="830" actId="1076"/>
        <pc:sldMkLst>
          <pc:docMk/>
          <pc:sldMk cId="3527013771" sldId="526"/>
        </pc:sldMkLst>
        <pc:spChg chg="mod">
          <ac:chgData name="Carlos Moreira" userId="e5d6a36f-fa0a-4004-9cb6-bb3821999a6c" providerId="ADAL" clId="{6D34C20F-6CBF-49BC-A07A-4F16C0779787}" dt="2023-09-01T15:36:05.059" v="830" actId="1076"/>
          <ac:spMkLst>
            <pc:docMk/>
            <pc:sldMk cId="3527013771" sldId="526"/>
            <ac:spMk id="6" creationId="{F8F0BEDB-D840-FCBF-4984-E32213F2C625}"/>
          </ac:spMkLst>
        </pc:spChg>
        <pc:spChg chg="del">
          <ac:chgData name="Carlos Moreira" userId="e5d6a36f-fa0a-4004-9cb6-bb3821999a6c" providerId="ADAL" clId="{6D34C20F-6CBF-49BC-A07A-4F16C0779787}" dt="2023-09-01T15:17:10.258" v="369" actId="478"/>
          <ac:spMkLst>
            <pc:docMk/>
            <pc:sldMk cId="3527013771" sldId="526"/>
            <ac:spMk id="8" creationId="{A0DA051D-091F-772C-2A24-F7D12000363C}"/>
          </ac:spMkLst>
        </pc:spChg>
        <pc:spChg chg="del">
          <ac:chgData name="Carlos Moreira" userId="e5d6a36f-fa0a-4004-9cb6-bb3821999a6c" providerId="ADAL" clId="{6D34C20F-6CBF-49BC-A07A-4F16C0779787}" dt="2023-09-01T15:25:29.090" v="744" actId="478"/>
          <ac:spMkLst>
            <pc:docMk/>
            <pc:sldMk cId="3527013771" sldId="526"/>
            <ac:spMk id="11" creationId="{AFE767E1-927A-0FCC-8FBE-FC025A2B7A81}"/>
          </ac:spMkLst>
        </pc:spChg>
        <pc:picChg chg="del mod">
          <ac:chgData name="Carlos Moreira" userId="e5d6a36f-fa0a-4004-9cb6-bb3821999a6c" providerId="ADAL" clId="{6D34C20F-6CBF-49BC-A07A-4F16C0779787}" dt="2023-09-01T15:16:58.106" v="365" actId="478"/>
          <ac:picMkLst>
            <pc:docMk/>
            <pc:sldMk cId="3527013771" sldId="526"/>
            <ac:picMk id="2" creationId="{A0C9D909-58F6-FB1B-1423-B5E6F6A3BFCD}"/>
          </ac:picMkLst>
        </pc:picChg>
        <pc:picChg chg="add mod">
          <ac:chgData name="Carlos Moreira" userId="e5d6a36f-fa0a-4004-9cb6-bb3821999a6c" providerId="ADAL" clId="{6D34C20F-6CBF-49BC-A07A-4F16C0779787}" dt="2023-09-01T15:36:05.059" v="830" actId="1076"/>
          <ac:picMkLst>
            <pc:docMk/>
            <pc:sldMk cId="3527013771" sldId="526"/>
            <ac:picMk id="4" creationId="{4EC848B6-4928-755A-5F58-D48F7A3AF9BA}"/>
          </ac:picMkLst>
        </pc:picChg>
        <pc:picChg chg="del mod">
          <ac:chgData name="Carlos Moreira" userId="e5d6a36f-fa0a-4004-9cb6-bb3821999a6c" providerId="ADAL" clId="{6D34C20F-6CBF-49BC-A07A-4F16C0779787}" dt="2023-09-01T15:16:58.106" v="365" actId="478"/>
          <ac:picMkLst>
            <pc:docMk/>
            <pc:sldMk cId="3527013771" sldId="526"/>
            <ac:picMk id="7" creationId="{700F07AD-E9E6-68CE-0D36-7037C8045DD5}"/>
          </ac:picMkLst>
        </pc:picChg>
        <pc:picChg chg="del">
          <ac:chgData name="Carlos Moreira" userId="e5d6a36f-fa0a-4004-9cb6-bb3821999a6c" providerId="ADAL" clId="{6D34C20F-6CBF-49BC-A07A-4F16C0779787}" dt="2023-09-01T15:16:58.106" v="365" actId="478"/>
          <ac:picMkLst>
            <pc:docMk/>
            <pc:sldMk cId="3527013771" sldId="526"/>
            <ac:picMk id="10" creationId="{8549E205-83B7-A981-A363-F5A1C9A9A397}"/>
          </ac:picMkLst>
        </pc:picChg>
        <pc:picChg chg="add mod">
          <ac:chgData name="Carlos Moreira" userId="e5d6a36f-fa0a-4004-9cb6-bb3821999a6c" providerId="ADAL" clId="{6D34C20F-6CBF-49BC-A07A-4F16C0779787}" dt="2023-09-01T15:36:05.059" v="830" actId="1076"/>
          <ac:picMkLst>
            <pc:docMk/>
            <pc:sldMk cId="3527013771" sldId="526"/>
            <ac:picMk id="12" creationId="{BCF0BC9E-1258-75C6-FB71-F9794A6DE292}"/>
          </ac:picMkLst>
        </pc:picChg>
      </pc:sldChg>
    </pc:docChg>
  </pc:docChgLst>
  <pc:docChgLst>
    <pc:chgData name="Carlos Moreira" userId="e5d6a36f-fa0a-4004-9cb6-bb3821999a6c" providerId="ADAL" clId="{175EB089-70A6-4D3E-A345-6A8259E5C191}"/>
    <pc:docChg chg="custSel delSld modSld">
      <pc:chgData name="Carlos Moreira" userId="e5d6a36f-fa0a-4004-9cb6-bb3821999a6c" providerId="ADAL" clId="{175EB089-70A6-4D3E-A345-6A8259E5C191}" dt="2023-08-02T17:29:04.889" v="252" actId="1076"/>
      <pc:docMkLst>
        <pc:docMk/>
      </pc:docMkLst>
      <pc:sldChg chg="addSp delSp modSp">
        <pc:chgData name="Carlos Moreira" userId="e5d6a36f-fa0a-4004-9cb6-bb3821999a6c" providerId="ADAL" clId="{175EB089-70A6-4D3E-A345-6A8259E5C191}" dt="2023-08-02T17:08:42.268" v="1"/>
        <pc:sldMkLst>
          <pc:docMk/>
          <pc:sldMk cId="3993013747" sldId="259"/>
        </pc:sldMkLst>
        <pc:picChg chg="del">
          <ac:chgData name="Carlos Moreira" userId="e5d6a36f-fa0a-4004-9cb6-bb3821999a6c" providerId="ADAL" clId="{175EB089-70A6-4D3E-A345-6A8259E5C191}" dt="2023-08-02T17:08:30.600" v="0" actId="478"/>
          <ac:picMkLst>
            <pc:docMk/>
            <pc:sldMk cId="3993013747" sldId="259"/>
            <ac:picMk id="2" creationId="{9BA6AAB1-44FF-41F0-99ED-7357A5B86319}"/>
          </ac:picMkLst>
        </pc:picChg>
        <pc:picChg chg="add mod">
          <ac:chgData name="Carlos Moreira" userId="e5d6a36f-fa0a-4004-9cb6-bb3821999a6c" providerId="ADAL" clId="{175EB089-70A6-4D3E-A345-6A8259E5C191}" dt="2023-08-02T17:08:42.268" v="1"/>
          <ac:picMkLst>
            <pc:docMk/>
            <pc:sldMk cId="3993013747" sldId="259"/>
            <ac:picMk id="3" creationId="{95272D7A-4F72-B0DD-4A3A-47D4B75BDEED}"/>
          </ac:picMkLst>
        </pc:picChg>
      </pc:sldChg>
      <pc:sldChg chg="modSp mod">
        <pc:chgData name="Carlos Moreira" userId="e5d6a36f-fa0a-4004-9cb6-bb3821999a6c" providerId="ADAL" clId="{175EB089-70A6-4D3E-A345-6A8259E5C191}" dt="2023-08-02T17:08:52.910" v="3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175EB089-70A6-4D3E-A345-6A8259E5C191}" dt="2023-08-02T17:08:52.910" v="3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modSp mod">
        <pc:chgData name="Carlos Moreira" userId="e5d6a36f-fa0a-4004-9cb6-bb3821999a6c" providerId="ADAL" clId="{175EB089-70A6-4D3E-A345-6A8259E5C191}" dt="2023-08-02T17:08:59.692" v="5" actId="20577"/>
        <pc:sldMkLst>
          <pc:docMk/>
          <pc:sldMk cId="1663769316" sldId="512"/>
        </pc:sldMkLst>
        <pc:spChg chg="mod">
          <ac:chgData name="Carlos Moreira" userId="e5d6a36f-fa0a-4004-9cb6-bb3821999a6c" providerId="ADAL" clId="{175EB089-70A6-4D3E-A345-6A8259E5C191}" dt="2023-08-02T17:08:59.692" v="5" actId="20577"/>
          <ac:spMkLst>
            <pc:docMk/>
            <pc:sldMk cId="1663769316" sldId="512"/>
            <ac:spMk id="9" creationId="{20504549-E32D-4248-A49C-9E524511F98D}"/>
          </ac:spMkLst>
        </pc:spChg>
      </pc:sldChg>
      <pc:sldChg chg="modSp mod">
        <pc:chgData name="Carlos Moreira" userId="e5d6a36f-fa0a-4004-9cb6-bb3821999a6c" providerId="ADAL" clId="{175EB089-70A6-4D3E-A345-6A8259E5C191}" dt="2023-08-02T17:09:10.936" v="11" actId="20577"/>
        <pc:sldMkLst>
          <pc:docMk/>
          <pc:sldMk cId="1170610028" sldId="513"/>
        </pc:sldMkLst>
        <pc:spChg chg="mod">
          <ac:chgData name="Carlos Moreira" userId="e5d6a36f-fa0a-4004-9cb6-bb3821999a6c" providerId="ADAL" clId="{175EB089-70A6-4D3E-A345-6A8259E5C191}" dt="2023-08-02T17:09:10.936" v="11" actId="20577"/>
          <ac:spMkLst>
            <pc:docMk/>
            <pc:sldMk cId="1170610028" sldId="513"/>
            <ac:spMk id="9" creationId="{20504549-E32D-4248-A49C-9E524511F98D}"/>
          </ac:spMkLst>
        </pc:spChg>
      </pc:sldChg>
      <pc:sldChg chg="modSp mod">
        <pc:chgData name="Carlos Moreira" userId="e5d6a36f-fa0a-4004-9cb6-bb3821999a6c" providerId="ADAL" clId="{175EB089-70A6-4D3E-A345-6A8259E5C191}" dt="2023-08-02T17:09:31.792" v="21" actId="20577"/>
        <pc:sldMkLst>
          <pc:docMk/>
          <pc:sldMk cId="1315261602" sldId="514"/>
        </pc:sldMkLst>
        <pc:spChg chg="mod">
          <ac:chgData name="Carlos Moreira" userId="e5d6a36f-fa0a-4004-9cb6-bb3821999a6c" providerId="ADAL" clId="{175EB089-70A6-4D3E-A345-6A8259E5C191}" dt="2023-08-02T17:09:31.792" v="21" actId="20577"/>
          <ac:spMkLst>
            <pc:docMk/>
            <pc:sldMk cId="1315261602" sldId="514"/>
            <ac:spMk id="9" creationId="{20504549-E32D-4248-A49C-9E524511F98D}"/>
          </ac:spMkLst>
        </pc:spChg>
      </pc:sldChg>
      <pc:sldChg chg="addSp delSp modSp mod">
        <pc:chgData name="Carlos Moreira" userId="e5d6a36f-fa0a-4004-9cb6-bb3821999a6c" providerId="ADAL" clId="{175EB089-70A6-4D3E-A345-6A8259E5C191}" dt="2023-08-02T17:29:04.889" v="252" actId="1076"/>
        <pc:sldMkLst>
          <pc:docMk/>
          <pc:sldMk cId="1029446250" sldId="515"/>
        </pc:sldMkLst>
        <pc:spChg chg="mod">
          <ac:chgData name="Carlos Moreira" userId="e5d6a36f-fa0a-4004-9cb6-bb3821999a6c" providerId="ADAL" clId="{175EB089-70A6-4D3E-A345-6A8259E5C191}" dt="2023-08-02T17:29:04.889" v="252" actId="1076"/>
          <ac:spMkLst>
            <pc:docMk/>
            <pc:sldMk cId="1029446250" sldId="515"/>
            <ac:spMk id="6" creationId="{5D387287-9D9A-CEEC-6811-A4497F0F022A}"/>
          </ac:spMkLst>
        </pc:spChg>
        <pc:spChg chg="mod">
          <ac:chgData name="Carlos Moreira" userId="e5d6a36f-fa0a-4004-9cb6-bb3821999a6c" providerId="ADAL" clId="{175EB089-70A6-4D3E-A345-6A8259E5C191}" dt="2023-08-02T17:09:07.351" v="9" actId="20577"/>
          <ac:spMkLst>
            <pc:docMk/>
            <pc:sldMk cId="1029446250" sldId="515"/>
            <ac:spMk id="9" creationId="{20504549-E32D-4248-A49C-9E524511F98D}"/>
          </ac:spMkLst>
        </pc:spChg>
        <pc:spChg chg="add mod">
          <ac:chgData name="Carlos Moreira" userId="e5d6a36f-fa0a-4004-9cb6-bb3821999a6c" providerId="ADAL" clId="{175EB089-70A6-4D3E-A345-6A8259E5C191}" dt="2023-08-02T17:29:04.889" v="252" actId="1076"/>
          <ac:spMkLst>
            <pc:docMk/>
            <pc:sldMk cId="1029446250" sldId="515"/>
            <ac:spMk id="11" creationId="{65E86C28-2215-C748-3E4F-7DBC1639F72F}"/>
          </ac:spMkLst>
        </pc:spChg>
        <pc:picChg chg="del">
          <ac:chgData name="Carlos Moreira" userId="e5d6a36f-fa0a-4004-9cb6-bb3821999a6c" providerId="ADAL" clId="{175EB089-70A6-4D3E-A345-6A8259E5C191}" dt="2023-08-02T17:23:15.441" v="79" actId="478"/>
          <ac:picMkLst>
            <pc:docMk/>
            <pc:sldMk cId="1029446250" sldId="515"/>
            <ac:picMk id="2" creationId="{CF9B4825-E1C8-4909-E124-93A867231295}"/>
          </ac:picMkLst>
        </pc:picChg>
        <pc:picChg chg="add mod">
          <ac:chgData name="Carlos Moreira" userId="e5d6a36f-fa0a-4004-9cb6-bb3821999a6c" providerId="ADAL" clId="{175EB089-70A6-4D3E-A345-6A8259E5C191}" dt="2023-08-02T17:29:04.889" v="252" actId="1076"/>
          <ac:picMkLst>
            <pc:docMk/>
            <pc:sldMk cId="1029446250" sldId="515"/>
            <ac:picMk id="4" creationId="{5B0ADDFF-0918-4E61-C119-41FAEF636567}"/>
          </ac:picMkLst>
        </pc:picChg>
        <pc:picChg chg="del">
          <ac:chgData name="Carlos Moreira" userId="e5d6a36f-fa0a-4004-9cb6-bb3821999a6c" providerId="ADAL" clId="{175EB089-70A6-4D3E-A345-6A8259E5C191}" dt="2023-08-02T17:23:15.441" v="79" actId="478"/>
          <ac:picMkLst>
            <pc:docMk/>
            <pc:sldMk cId="1029446250" sldId="515"/>
            <ac:picMk id="7" creationId="{BB2C881A-6BC6-2668-3575-123349049AA2}"/>
          </ac:picMkLst>
        </pc:picChg>
        <pc:picChg chg="del">
          <ac:chgData name="Carlos Moreira" userId="e5d6a36f-fa0a-4004-9cb6-bb3821999a6c" providerId="ADAL" clId="{175EB089-70A6-4D3E-A345-6A8259E5C191}" dt="2023-08-02T17:23:15.441" v="79" actId="478"/>
          <ac:picMkLst>
            <pc:docMk/>
            <pc:sldMk cId="1029446250" sldId="515"/>
            <ac:picMk id="8" creationId="{021DA76B-23ED-16C9-213E-F4A5D14FBD66}"/>
          </ac:picMkLst>
        </pc:picChg>
        <pc:picChg chg="add mod">
          <ac:chgData name="Carlos Moreira" userId="e5d6a36f-fa0a-4004-9cb6-bb3821999a6c" providerId="ADAL" clId="{175EB089-70A6-4D3E-A345-6A8259E5C191}" dt="2023-08-02T17:29:04.889" v="252" actId="1076"/>
          <ac:picMkLst>
            <pc:docMk/>
            <pc:sldMk cId="1029446250" sldId="515"/>
            <ac:picMk id="10" creationId="{5188FDB0-3D3E-1DAE-B51F-2A18526C10D7}"/>
          </ac:picMkLst>
        </pc:picChg>
      </pc:sldChg>
      <pc:sldChg chg="addSp delSp modSp mod">
        <pc:chgData name="Carlos Moreira" userId="e5d6a36f-fa0a-4004-9cb6-bb3821999a6c" providerId="ADAL" clId="{175EB089-70A6-4D3E-A345-6A8259E5C191}" dt="2023-08-02T17:28:54.851" v="251" actId="1076"/>
        <pc:sldMkLst>
          <pc:docMk/>
          <pc:sldMk cId="1546239747" sldId="524"/>
        </pc:sldMkLst>
        <pc:spChg chg="del">
          <ac:chgData name="Carlos Moreira" userId="e5d6a36f-fa0a-4004-9cb6-bb3821999a6c" providerId="ADAL" clId="{175EB089-70A6-4D3E-A345-6A8259E5C191}" dt="2023-08-02T17:27:05.294" v="196" actId="478"/>
          <ac:spMkLst>
            <pc:docMk/>
            <pc:sldMk cId="1546239747" sldId="524"/>
            <ac:spMk id="2" creationId="{DD00EC4A-427F-C8B9-A3EC-0F248A88AF9F}"/>
          </ac:spMkLst>
        </pc:spChg>
        <pc:spChg chg="add mod">
          <ac:chgData name="Carlos Moreira" userId="e5d6a36f-fa0a-4004-9cb6-bb3821999a6c" providerId="ADAL" clId="{175EB089-70A6-4D3E-A345-6A8259E5C191}" dt="2023-08-02T17:28:54.851" v="251" actId="1076"/>
          <ac:spMkLst>
            <pc:docMk/>
            <pc:sldMk cId="1546239747" sldId="524"/>
            <ac:spMk id="7" creationId="{4C7479C0-1E2F-BCDE-EC08-AFE5489BF4D5}"/>
          </ac:spMkLst>
        </pc:spChg>
        <pc:spChg chg="mod">
          <ac:chgData name="Carlos Moreira" userId="e5d6a36f-fa0a-4004-9cb6-bb3821999a6c" providerId="ADAL" clId="{175EB089-70A6-4D3E-A345-6A8259E5C191}" dt="2023-08-02T17:09:36.125" v="23" actId="20577"/>
          <ac:spMkLst>
            <pc:docMk/>
            <pc:sldMk cId="1546239747" sldId="524"/>
            <ac:spMk id="9" creationId="{20504549-E32D-4248-A49C-9E524511F98D}"/>
          </ac:spMkLst>
        </pc:spChg>
        <pc:picChg chg="add mod">
          <ac:chgData name="Carlos Moreira" userId="e5d6a36f-fa0a-4004-9cb6-bb3821999a6c" providerId="ADAL" clId="{175EB089-70A6-4D3E-A345-6A8259E5C191}" dt="2023-08-02T17:28:54.851" v="251" actId="1076"/>
          <ac:picMkLst>
            <pc:docMk/>
            <pc:sldMk cId="1546239747" sldId="524"/>
            <ac:picMk id="4" creationId="{46A9A681-41E1-0B1C-0F28-FD9F07CE56AE}"/>
          </ac:picMkLst>
        </pc:picChg>
      </pc:sldChg>
      <pc:sldChg chg="addSp delSp modSp mod">
        <pc:chgData name="Carlos Moreira" userId="e5d6a36f-fa0a-4004-9cb6-bb3821999a6c" providerId="ADAL" clId="{175EB089-70A6-4D3E-A345-6A8259E5C191}" dt="2023-08-02T17:28:49.014" v="250" actId="1076"/>
        <pc:sldMkLst>
          <pc:docMk/>
          <pc:sldMk cId="1196396230" sldId="525"/>
        </pc:sldMkLst>
        <pc:spChg chg="mod">
          <ac:chgData name="Carlos Moreira" userId="e5d6a36f-fa0a-4004-9cb6-bb3821999a6c" providerId="ADAL" clId="{175EB089-70A6-4D3E-A345-6A8259E5C191}" dt="2023-08-02T17:28:49.014" v="250" actId="1076"/>
          <ac:spMkLst>
            <pc:docMk/>
            <pc:sldMk cId="1196396230" sldId="525"/>
            <ac:spMk id="7" creationId="{66149D74-D1CD-F2C2-7EBE-3758A0EF789E}"/>
          </ac:spMkLst>
        </pc:spChg>
        <pc:spChg chg="mod">
          <ac:chgData name="Carlos Moreira" userId="e5d6a36f-fa0a-4004-9cb6-bb3821999a6c" providerId="ADAL" clId="{175EB089-70A6-4D3E-A345-6A8259E5C191}" dt="2023-08-02T17:09:14.771" v="13" actId="20577"/>
          <ac:spMkLst>
            <pc:docMk/>
            <pc:sldMk cId="1196396230" sldId="525"/>
            <ac:spMk id="9" creationId="{20504549-E32D-4248-A49C-9E524511F98D}"/>
          </ac:spMkLst>
        </pc:spChg>
        <pc:spChg chg="del">
          <ac:chgData name="Carlos Moreira" userId="e5d6a36f-fa0a-4004-9cb6-bb3821999a6c" providerId="ADAL" clId="{175EB089-70A6-4D3E-A345-6A8259E5C191}" dt="2023-08-02T17:28:42.436" v="248" actId="478"/>
          <ac:spMkLst>
            <pc:docMk/>
            <pc:sldMk cId="1196396230" sldId="525"/>
            <ac:spMk id="14" creationId="{2CA9AAA1-FE0C-391B-969C-DD34D34D4B89}"/>
          </ac:spMkLst>
        </pc:spChg>
        <pc:spChg chg="del">
          <ac:chgData name="Carlos Moreira" userId="e5d6a36f-fa0a-4004-9cb6-bb3821999a6c" providerId="ADAL" clId="{175EB089-70A6-4D3E-A345-6A8259E5C191}" dt="2023-08-02T17:28:43.881" v="249" actId="478"/>
          <ac:spMkLst>
            <pc:docMk/>
            <pc:sldMk cId="1196396230" sldId="525"/>
            <ac:spMk id="15" creationId="{126EE570-D8C9-55F1-CA7B-9DB8C867C04E}"/>
          </ac:spMkLst>
        </pc:spChg>
        <pc:picChg chg="del">
          <ac:chgData name="Carlos Moreira" userId="e5d6a36f-fa0a-4004-9cb6-bb3821999a6c" providerId="ADAL" clId="{175EB089-70A6-4D3E-A345-6A8259E5C191}" dt="2023-08-02T17:20:11.709" v="27" actId="478"/>
          <ac:picMkLst>
            <pc:docMk/>
            <pc:sldMk cId="1196396230" sldId="525"/>
            <ac:picMk id="2" creationId="{3955644F-E1A0-C684-EED7-48E54F922BAD}"/>
          </ac:picMkLst>
        </pc:picChg>
        <pc:picChg chg="del">
          <ac:chgData name="Carlos Moreira" userId="e5d6a36f-fa0a-4004-9cb6-bb3821999a6c" providerId="ADAL" clId="{175EB089-70A6-4D3E-A345-6A8259E5C191}" dt="2023-08-02T17:20:12.275" v="28" actId="478"/>
          <ac:picMkLst>
            <pc:docMk/>
            <pc:sldMk cId="1196396230" sldId="525"/>
            <ac:picMk id="4" creationId="{0AF13330-D293-CB12-1626-4D908CE4C61E}"/>
          </ac:picMkLst>
        </pc:picChg>
        <pc:picChg chg="add mod">
          <ac:chgData name="Carlos Moreira" userId="e5d6a36f-fa0a-4004-9cb6-bb3821999a6c" providerId="ADAL" clId="{175EB089-70A6-4D3E-A345-6A8259E5C191}" dt="2023-08-02T17:28:49.014" v="250" actId="1076"/>
          <ac:picMkLst>
            <pc:docMk/>
            <pc:sldMk cId="1196396230" sldId="525"/>
            <ac:picMk id="6" creationId="{5AFCDBE9-1A86-453E-256A-035456CA82C8}"/>
          </ac:picMkLst>
        </pc:picChg>
        <pc:picChg chg="add del mod">
          <ac:chgData name="Carlos Moreira" userId="e5d6a36f-fa0a-4004-9cb6-bb3821999a6c" providerId="ADAL" clId="{175EB089-70A6-4D3E-A345-6A8259E5C191}" dt="2023-08-02T17:23:08.729" v="78" actId="21"/>
          <ac:picMkLst>
            <pc:docMk/>
            <pc:sldMk cId="1196396230" sldId="525"/>
            <ac:picMk id="8" creationId="{A1F8FA1B-0B82-AE81-731F-886C8E1AC7B0}"/>
          </ac:picMkLst>
        </pc:picChg>
        <pc:picChg chg="del">
          <ac:chgData name="Carlos Moreira" userId="e5d6a36f-fa0a-4004-9cb6-bb3821999a6c" providerId="ADAL" clId="{175EB089-70A6-4D3E-A345-6A8259E5C191}" dt="2023-08-02T17:20:14.649" v="29" actId="478"/>
          <ac:picMkLst>
            <pc:docMk/>
            <pc:sldMk cId="1196396230" sldId="525"/>
            <ac:picMk id="10" creationId="{22000660-4E8A-D582-3138-A0E93BC3080A}"/>
          </ac:picMkLst>
        </pc:picChg>
      </pc:sldChg>
      <pc:sldChg chg="modSp del mod">
        <pc:chgData name="Carlos Moreira" userId="e5d6a36f-fa0a-4004-9cb6-bb3821999a6c" providerId="ADAL" clId="{175EB089-70A6-4D3E-A345-6A8259E5C191}" dt="2023-08-02T17:20:06.687" v="26" actId="47"/>
        <pc:sldMkLst>
          <pc:docMk/>
          <pc:sldMk cId="1957638249" sldId="528"/>
        </pc:sldMkLst>
        <pc:spChg chg="mod">
          <ac:chgData name="Carlos Moreira" userId="e5d6a36f-fa0a-4004-9cb6-bb3821999a6c" providerId="ADAL" clId="{175EB089-70A6-4D3E-A345-6A8259E5C191}" dt="2023-08-02T17:09:18.941" v="15" actId="20577"/>
          <ac:spMkLst>
            <pc:docMk/>
            <pc:sldMk cId="1957638249" sldId="528"/>
            <ac:spMk id="9" creationId="{20504549-E32D-4248-A49C-9E524511F98D}"/>
          </ac:spMkLst>
        </pc:spChg>
      </pc:sldChg>
      <pc:sldChg chg="modSp del mod">
        <pc:chgData name="Carlos Moreira" userId="e5d6a36f-fa0a-4004-9cb6-bb3821999a6c" providerId="ADAL" clId="{175EB089-70A6-4D3E-A345-6A8259E5C191}" dt="2023-08-02T17:20:02.565" v="25" actId="47"/>
        <pc:sldMkLst>
          <pc:docMk/>
          <pc:sldMk cId="496138775" sldId="529"/>
        </pc:sldMkLst>
        <pc:spChg chg="mod">
          <ac:chgData name="Carlos Moreira" userId="e5d6a36f-fa0a-4004-9cb6-bb3821999a6c" providerId="ADAL" clId="{175EB089-70A6-4D3E-A345-6A8259E5C191}" dt="2023-08-02T17:09:23.367" v="17" actId="20577"/>
          <ac:spMkLst>
            <pc:docMk/>
            <pc:sldMk cId="496138775" sldId="529"/>
            <ac:spMk id="9" creationId="{20504549-E32D-4248-A49C-9E524511F98D}"/>
          </ac:spMkLst>
        </pc:spChg>
      </pc:sldChg>
      <pc:sldChg chg="modSp del mod">
        <pc:chgData name="Carlos Moreira" userId="e5d6a36f-fa0a-4004-9cb6-bb3821999a6c" providerId="ADAL" clId="{175EB089-70A6-4D3E-A345-6A8259E5C191}" dt="2023-08-02T17:19:57.081" v="24" actId="47"/>
        <pc:sldMkLst>
          <pc:docMk/>
          <pc:sldMk cId="585573266" sldId="530"/>
        </pc:sldMkLst>
        <pc:spChg chg="mod">
          <ac:chgData name="Carlos Moreira" userId="e5d6a36f-fa0a-4004-9cb6-bb3821999a6c" providerId="ADAL" clId="{175EB089-70A6-4D3E-A345-6A8259E5C191}" dt="2023-08-02T17:09:28.267" v="19" actId="20577"/>
          <ac:spMkLst>
            <pc:docMk/>
            <pc:sldMk cId="585573266" sldId="530"/>
            <ac:spMk id="9" creationId="{20504549-E32D-4248-A49C-9E524511F98D}"/>
          </ac:spMkLst>
        </pc:spChg>
      </pc:sldChg>
    </pc:docChg>
  </pc:docChgLst>
  <pc:docChgLst>
    <pc:chgData name="Carlos Moreira" userId="e5d6a36f-fa0a-4004-9cb6-bb3821999a6c" providerId="ADAL" clId="{263E1DD8-D1E1-49B8-930E-AA6CBB4122F9}"/>
    <pc:docChg chg="custSel delSld modSld">
      <pc:chgData name="Carlos Moreira" userId="e5d6a36f-fa0a-4004-9cb6-bb3821999a6c" providerId="ADAL" clId="{263E1DD8-D1E1-49B8-930E-AA6CBB4122F9}" dt="2023-05-03T21:34:48.625" v="687" actId="1076"/>
      <pc:docMkLst>
        <pc:docMk/>
      </pc:docMkLst>
      <pc:sldChg chg="modSp mod">
        <pc:chgData name="Carlos Moreira" userId="e5d6a36f-fa0a-4004-9cb6-bb3821999a6c" providerId="ADAL" clId="{263E1DD8-D1E1-49B8-930E-AA6CBB4122F9}" dt="2023-05-03T15:42:43.168" v="4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263E1DD8-D1E1-49B8-930E-AA6CBB4122F9}" dt="2023-05-03T15:42:43.168" v="4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263E1DD8-D1E1-49B8-930E-AA6CBB4122F9}" dt="2023-05-03T21:34:48.625" v="687" actId="1076"/>
        <pc:sldMkLst>
          <pc:docMk/>
          <pc:sldMk cId="1663769316" sldId="512"/>
        </pc:sldMkLst>
        <pc:spChg chg="del">
          <ac:chgData name="Carlos Moreira" userId="e5d6a36f-fa0a-4004-9cb6-bb3821999a6c" providerId="ADAL" clId="{263E1DD8-D1E1-49B8-930E-AA6CBB4122F9}" dt="2023-05-03T16:03:05.308" v="427" actId="478"/>
          <ac:spMkLst>
            <pc:docMk/>
            <pc:sldMk cId="1663769316" sldId="512"/>
            <ac:spMk id="4" creationId="{510031E1-D585-0B0A-9153-70209FCBE617}"/>
          </ac:spMkLst>
        </pc:spChg>
        <pc:spChg chg="add mod">
          <ac:chgData name="Carlos Moreira" userId="e5d6a36f-fa0a-4004-9cb6-bb3821999a6c" providerId="ADAL" clId="{263E1DD8-D1E1-49B8-930E-AA6CBB4122F9}" dt="2023-05-03T16:13:25.856" v="642" actId="1076"/>
          <ac:spMkLst>
            <pc:docMk/>
            <pc:sldMk cId="1663769316" sldId="512"/>
            <ac:spMk id="7" creationId="{D859B8D6-D675-CB1E-7763-60C2B660363D}"/>
          </ac:spMkLst>
        </pc:spChg>
        <pc:spChg chg="mod">
          <ac:chgData name="Carlos Moreira" userId="e5d6a36f-fa0a-4004-9cb6-bb3821999a6c" providerId="ADAL" clId="{263E1DD8-D1E1-49B8-930E-AA6CBB4122F9}" dt="2023-05-03T15:42:56.932" v="14" actId="20577"/>
          <ac:spMkLst>
            <pc:docMk/>
            <pc:sldMk cId="1663769316" sldId="512"/>
            <ac:spMk id="9" creationId="{20504549-E32D-4248-A49C-9E524511F98D}"/>
          </ac:spMkLst>
        </pc:spChg>
        <pc:spChg chg="add mod">
          <ac:chgData name="Carlos Moreira" userId="e5d6a36f-fa0a-4004-9cb6-bb3821999a6c" providerId="ADAL" clId="{263E1DD8-D1E1-49B8-930E-AA6CBB4122F9}" dt="2023-05-03T16:13:49.046" v="682" actId="20577"/>
          <ac:spMkLst>
            <pc:docMk/>
            <pc:sldMk cId="1663769316" sldId="512"/>
            <ac:spMk id="11" creationId="{6B108A1B-DA2E-0B1F-7BF6-4C1D84B3396E}"/>
          </ac:spMkLst>
        </pc:spChg>
        <pc:picChg chg="add mod">
          <ac:chgData name="Carlos Moreira" userId="e5d6a36f-fa0a-4004-9cb6-bb3821999a6c" providerId="ADAL" clId="{263E1DD8-D1E1-49B8-930E-AA6CBB4122F9}" dt="2023-05-03T21:34:48.625" v="687" actId="1076"/>
          <ac:picMkLst>
            <pc:docMk/>
            <pc:sldMk cId="1663769316" sldId="512"/>
            <ac:picMk id="2" creationId="{2C363595-AFA0-10D4-24B0-AC702ADCB27C}"/>
          </ac:picMkLst>
        </pc:picChg>
        <pc:picChg chg="add mod">
          <ac:chgData name="Carlos Moreira" userId="e5d6a36f-fa0a-4004-9cb6-bb3821999a6c" providerId="ADAL" clId="{263E1DD8-D1E1-49B8-930E-AA6CBB4122F9}" dt="2023-05-03T21:34:48.625" v="687" actId="1076"/>
          <ac:picMkLst>
            <pc:docMk/>
            <pc:sldMk cId="1663769316" sldId="512"/>
            <ac:picMk id="6" creationId="{7824DB20-9389-A5C7-699C-AE2932AA17FD}"/>
          </ac:picMkLst>
        </pc:picChg>
        <pc:picChg chg="del">
          <ac:chgData name="Carlos Moreira" userId="e5d6a36f-fa0a-4004-9cb6-bb3821999a6c" providerId="ADAL" clId="{263E1DD8-D1E1-49B8-930E-AA6CBB4122F9}" dt="2023-05-03T16:03:05.308" v="427" actId="478"/>
          <ac:picMkLst>
            <pc:docMk/>
            <pc:sldMk cId="1663769316" sldId="512"/>
            <ac:picMk id="8" creationId="{33C94316-5A60-8171-B79B-2F81756227B9}"/>
          </ac:picMkLst>
        </pc:picChg>
        <pc:picChg chg="add mod">
          <ac:chgData name="Carlos Moreira" userId="e5d6a36f-fa0a-4004-9cb6-bb3821999a6c" providerId="ADAL" clId="{263E1DD8-D1E1-49B8-930E-AA6CBB4122F9}" dt="2023-05-03T21:34:48.625" v="687" actId="1076"/>
          <ac:picMkLst>
            <pc:docMk/>
            <pc:sldMk cId="1663769316" sldId="512"/>
            <ac:picMk id="10" creationId="{9D10BA24-D4CA-C225-0011-D24A76517CCA}"/>
          </ac:picMkLst>
        </pc:picChg>
      </pc:sldChg>
      <pc:sldChg chg="addSp delSp modSp mod">
        <pc:chgData name="Carlos Moreira" userId="e5d6a36f-fa0a-4004-9cb6-bb3821999a6c" providerId="ADAL" clId="{263E1DD8-D1E1-49B8-930E-AA6CBB4122F9}" dt="2023-05-03T16:15:53.336" v="684"/>
        <pc:sldMkLst>
          <pc:docMk/>
          <pc:sldMk cId="1170610028" sldId="513"/>
        </pc:sldMkLst>
        <pc:spChg chg="add mod">
          <ac:chgData name="Carlos Moreira" userId="e5d6a36f-fa0a-4004-9cb6-bb3821999a6c" providerId="ADAL" clId="{263E1DD8-D1E1-49B8-930E-AA6CBB4122F9}" dt="2023-05-03T16:15:53.336" v="684"/>
          <ac:spMkLst>
            <pc:docMk/>
            <pc:sldMk cId="1170610028" sldId="513"/>
            <ac:spMk id="2" creationId="{DD00EC4A-427F-C8B9-A3EC-0F248A88AF9F}"/>
          </ac:spMkLst>
        </pc:spChg>
        <pc:spChg chg="del">
          <ac:chgData name="Carlos Moreira" userId="e5d6a36f-fa0a-4004-9cb6-bb3821999a6c" providerId="ADAL" clId="{263E1DD8-D1E1-49B8-930E-AA6CBB4122F9}" dt="2023-05-03T16:03:01.921" v="426" actId="478"/>
          <ac:spMkLst>
            <pc:docMk/>
            <pc:sldMk cId="1170610028" sldId="513"/>
            <ac:spMk id="6" creationId="{F066656A-D16A-164B-499F-96682184787C}"/>
          </ac:spMkLst>
        </pc:spChg>
        <pc:spChg chg="mod">
          <ac:chgData name="Carlos Moreira" userId="e5d6a36f-fa0a-4004-9cb6-bb3821999a6c" providerId="ADAL" clId="{263E1DD8-D1E1-49B8-930E-AA6CBB4122F9}" dt="2023-05-03T15:43:13.793" v="39" actId="20577"/>
          <ac:spMkLst>
            <pc:docMk/>
            <pc:sldMk cId="1170610028" sldId="513"/>
            <ac:spMk id="9" creationId="{20504549-E32D-4248-A49C-9E524511F98D}"/>
          </ac:spMkLst>
        </pc:spChg>
        <pc:picChg chg="del">
          <ac:chgData name="Carlos Moreira" userId="e5d6a36f-fa0a-4004-9cb6-bb3821999a6c" providerId="ADAL" clId="{263E1DD8-D1E1-49B8-930E-AA6CBB4122F9}" dt="2023-05-03T16:03:01.921" v="426" actId="478"/>
          <ac:picMkLst>
            <pc:docMk/>
            <pc:sldMk cId="1170610028" sldId="513"/>
            <ac:picMk id="4" creationId="{92F516BD-EDAE-C6C2-FBE7-40BA609502AD}"/>
          </ac:picMkLst>
        </pc:picChg>
      </pc:sldChg>
      <pc:sldChg chg="addSp delSp modSp mod">
        <pc:chgData name="Carlos Moreira" userId="e5d6a36f-fa0a-4004-9cb6-bb3821999a6c" providerId="ADAL" clId="{263E1DD8-D1E1-49B8-930E-AA6CBB4122F9}" dt="2023-05-03T16:11:45.634" v="557" actId="20577"/>
        <pc:sldMkLst>
          <pc:docMk/>
          <pc:sldMk cId="1315261602" sldId="514"/>
        </pc:sldMkLst>
        <pc:spChg chg="add mod">
          <ac:chgData name="Carlos Moreira" userId="e5d6a36f-fa0a-4004-9cb6-bb3821999a6c" providerId="ADAL" clId="{263E1DD8-D1E1-49B8-930E-AA6CBB4122F9}" dt="2023-05-03T16:11:45.634" v="557" actId="20577"/>
          <ac:spMkLst>
            <pc:docMk/>
            <pc:sldMk cId="1315261602" sldId="514"/>
            <ac:spMk id="7" creationId="{6E1B2BDC-F3D8-BF7D-969C-2A2F99A7D467}"/>
          </ac:spMkLst>
        </pc:spChg>
        <pc:spChg chg="del">
          <ac:chgData name="Carlos Moreira" userId="e5d6a36f-fa0a-4004-9cb6-bb3821999a6c" providerId="ADAL" clId="{263E1DD8-D1E1-49B8-930E-AA6CBB4122F9}" dt="2023-05-03T15:57:39.276" v="184" actId="478"/>
          <ac:spMkLst>
            <pc:docMk/>
            <pc:sldMk cId="1315261602" sldId="514"/>
            <ac:spMk id="8" creationId="{8835BFE8-894E-B77F-34C3-C7DE3B37BFC3}"/>
          </ac:spMkLst>
        </pc:spChg>
        <pc:spChg chg="mod">
          <ac:chgData name="Carlos Moreira" userId="e5d6a36f-fa0a-4004-9cb6-bb3821999a6c" providerId="ADAL" clId="{263E1DD8-D1E1-49B8-930E-AA6CBB4122F9}" dt="2023-05-03T15:43:27.054" v="54" actId="20577"/>
          <ac:spMkLst>
            <pc:docMk/>
            <pc:sldMk cId="1315261602" sldId="514"/>
            <ac:spMk id="9" creationId="{20504549-E32D-4248-A49C-9E524511F98D}"/>
          </ac:spMkLst>
        </pc:spChg>
        <pc:picChg chg="add mod">
          <ac:chgData name="Carlos Moreira" userId="e5d6a36f-fa0a-4004-9cb6-bb3821999a6c" providerId="ADAL" clId="{263E1DD8-D1E1-49B8-930E-AA6CBB4122F9}" dt="2023-05-03T16:11:41.934" v="543" actId="1076"/>
          <ac:picMkLst>
            <pc:docMk/>
            <pc:sldMk cId="1315261602" sldId="514"/>
            <ac:picMk id="2" creationId="{4B624128-B5FD-35CC-9918-3926328E7427}"/>
          </ac:picMkLst>
        </pc:picChg>
        <pc:picChg chg="del">
          <ac:chgData name="Carlos Moreira" userId="e5d6a36f-fa0a-4004-9cb6-bb3821999a6c" providerId="ADAL" clId="{263E1DD8-D1E1-49B8-930E-AA6CBB4122F9}" dt="2023-05-03T15:57:39.276" v="184" actId="478"/>
          <ac:picMkLst>
            <pc:docMk/>
            <pc:sldMk cId="1315261602" sldId="514"/>
            <ac:picMk id="4" creationId="{79E86E0B-B5A0-D295-5406-1498B5BDA3AA}"/>
          </ac:picMkLst>
        </pc:picChg>
        <pc:picChg chg="add mod">
          <ac:chgData name="Carlos Moreira" userId="e5d6a36f-fa0a-4004-9cb6-bb3821999a6c" providerId="ADAL" clId="{263E1DD8-D1E1-49B8-930E-AA6CBB4122F9}" dt="2023-05-03T16:11:41.934" v="543" actId="1076"/>
          <ac:picMkLst>
            <pc:docMk/>
            <pc:sldMk cId="1315261602" sldId="514"/>
            <ac:picMk id="10" creationId="{AB7E4C6F-9AD3-6854-3ADC-A9CD35AB10E2}"/>
          </ac:picMkLst>
        </pc:picChg>
      </pc:sldChg>
      <pc:sldChg chg="addSp delSp modSp mod">
        <pc:chgData name="Carlos Moreira" userId="e5d6a36f-fa0a-4004-9cb6-bb3821999a6c" providerId="ADAL" clId="{263E1DD8-D1E1-49B8-930E-AA6CBB4122F9}" dt="2023-05-03T16:14:07.826" v="683" actId="1076"/>
        <pc:sldMkLst>
          <pc:docMk/>
          <pc:sldMk cId="1029446250" sldId="515"/>
        </pc:sldMkLst>
        <pc:spChg chg="del">
          <ac:chgData name="Carlos Moreira" userId="e5d6a36f-fa0a-4004-9cb6-bb3821999a6c" providerId="ADAL" clId="{263E1DD8-D1E1-49B8-930E-AA6CBB4122F9}" dt="2023-05-03T16:03:24.303" v="429" actId="478"/>
          <ac:spMkLst>
            <pc:docMk/>
            <pc:sldMk cId="1029446250" sldId="515"/>
            <ac:spMk id="2" creationId="{B453E793-2C6A-DC72-375D-5E34F5440BEB}"/>
          </ac:spMkLst>
        </pc:spChg>
        <pc:spChg chg="add mod">
          <ac:chgData name="Carlos Moreira" userId="e5d6a36f-fa0a-4004-9cb6-bb3821999a6c" providerId="ADAL" clId="{263E1DD8-D1E1-49B8-930E-AA6CBB4122F9}" dt="2023-05-03T16:14:07.826" v="683" actId="1076"/>
          <ac:spMkLst>
            <pc:docMk/>
            <pc:sldMk cId="1029446250" sldId="515"/>
            <ac:spMk id="6" creationId="{5D387287-9D9A-CEEC-6811-A4497F0F022A}"/>
          </ac:spMkLst>
        </pc:spChg>
        <pc:spChg chg="mod">
          <ac:chgData name="Carlos Moreira" userId="e5d6a36f-fa0a-4004-9cb6-bb3821999a6c" providerId="ADAL" clId="{263E1DD8-D1E1-49B8-930E-AA6CBB4122F9}" dt="2023-05-03T15:43:07.610" v="29" actId="20577"/>
          <ac:spMkLst>
            <pc:docMk/>
            <pc:sldMk cId="1029446250" sldId="515"/>
            <ac:spMk id="9" creationId="{20504549-E32D-4248-A49C-9E524511F98D}"/>
          </ac:spMkLst>
        </pc:spChg>
        <pc:picChg chg="add mod">
          <ac:chgData name="Carlos Moreira" userId="e5d6a36f-fa0a-4004-9cb6-bb3821999a6c" providerId="ADAL" clId="{263E1DD8-D1E1-49B8-930E-AA6CBB4122F9}" dt="2023-05-03T16:14:07.826" v="683" actId="1076"/>
          <ac:picMkLst>
            <pc:docMk/>
            <pc:sldMk cId="1029446250" sldId="515"/>
            <ac:picMk id="4" creationId="{5320C173-0E87-B8AD-A04D-92BC45192A35}"/>
          </ac:picMkLst>
        </pc:picChg>
      </pc:sldChg>
      <pc:sldChg chg="addSp delSp modSp mod">
        <pc:chgData name="Carlos Moreira" userId="e5d6a36f-fa0a-4004-9cb6-bb3821999a6c" providerId="ADAL" clId="{263E1DD8-D1E1-49B8-930E-AA6CBB4122F9}" dt="2023-05-03T16:15:55.716" v="685"/>
        <pc:sldMkLst>
          <pc:docMk/>
          <pc:sldMk cId="1546239747" sldId="524"/>
        </pc:sldMkLst>
        <pc:spChg chg="add mod">
          <ac:chgData name="Carlos Moreira" userId="e5d6a36f-fa0a-4004-9cb6-bb3821999a6c" providerId="ADAL" clId="{263E1DD8-D1E1-49B8-930E-AA6CBB4122F9}" dt="2023-05-03T16:15:55.716" v="685"/>
          <ac:spMkLst>
            <pc:docMk/>
            <pc:sldMk cId="1546239747" sldId="524"/>
            <ac:spMk id="2" creationId="{DD00EC4A-427F-C8B9-A3EC-0F248A88AF9F}"/>
          </ac:spMkLst>
        </pc:spChg>
        <pc:spChg chg="del">
          <ac:chgData name="Carlos Moreira" userId="e5d6a36f-fa0a-4004-9cb6-bb3821999a6c" providerId="ADAL" clId="{263E1DD8-D1E1-49B8-930E-AA6CBB4122F9}" dt="2023-05-03T15:55:37.416" v="70" actId="478"/>
          <ac:spMkLst>
            <pc:docMk/>
            <pc:sldMk cId="1546239747" sldId="524"/>
            <ac:spMk id="2" creationId="{EFDBBC51-B746-F9D1-C4A7-40E3D90C2A4D}"/>
          </ac:spMkLst>
        </pc:spChg>
        <pc:spChg chg="add del mod">
          <ac:chgData name="Carlos Moreira" userId="e5d6a36f-fa0a-4004-9cb6-bb3821999a6c" providerId="ADAL" clId="{263E1DD8-D1E1-49B8-930E-AA6CBB4122F9}" dt="2023-05-03T15:56:07.509" v="78" actId="478"/>
          <ac:spMkLst>
            <pc:docMk/>
            <pc:sldMk cId="1546239747" sldId="524"/>
            <ac:spMk id="8" creationId="{FD78D5F5-E3C1-740E-AB10-6C6C28C03037}"/>
          </ac:spMkLst>
        </pc:spChg>
        <pc:spChg chg="mod">
          <ac:chgData name="Carlos Moreira" userId="e5d6a36f-fa0a-4004-9cb6-bb3821999a6c" providerId="ADAL" clId="{263E1DD8-D1E1-49B8-930E-AA6CBB4122F9}" dt="2023-05-03T15:43:34.355" v="59" actId="20577"/>
          <ac:spMkLst>
            <pc:docMk/>
            <pc:sldMk cId="1546239747" sldId="524"/>
            <ac:spMk id="9" creationId="{20504549-E32D-4248-A49C-9E524511F98D}"/>
          </ac:spMkLst>
        </pc:spChg>
        <pc:picChg chg="add del mod">
          <ac:chgData name="Carlos Moreira" userId="e5d6a36f-fa0a-4004-9cb6-bb3821999a6c" providerId="ADAL" clId="{263E1DD8-D1E1-49B8-930E-AA6CBB4122F9}" dt="2023-05-03T15:56:07.509" v="78" actId="478"/>
          <ac:picMkLst>
            <pc:docMk/>
            <pc:sldMk cId="1546239747" sldId="524"/>
            <ac:picMk id="4" creationId="{74AA1F28-855F-99F0-8EFF-0B47CA9BFF98}"/>
          </ac:picMkLst>
        </pc:picChg>
        <pc:picChg chg="add del mod">
          <ac:chgData name="Carlos Moreira" userId="e5d6a36f-fa0a-4004-9cb6-bb3821999a6c" providerId="ADAL" clId="{263E1DD8-D1E1-49B8-930E-AA6CBB4122F9}" dt="2023-05-03T15:56:07.509" v="78" actId="478"/>
          <ac:picMkLst>
            <pc:docMk/>
            <pc:sldMk cId="1546239747" sldId="524"/>
            <ac:picMk id="7" creationId="{18E09162-6960-113E-A003-915D083CD71D}"/>
          </ac:picMkLst>
        </pc:picChg>
      </pc:sldChg>
      <pc:sldChg chg="addSp delSp modSp mod">
        <pc:chgData name="Carlos Moreira" userId="e5d6a36f-fa0a-4004-9cb6-bb3821999a6c" providerId="ADAL" clId="{263E1DD8-D1E1-49B8-930E-AA6CBB4122F9}" dt="2023-05-03T16:02:46.661" v="425" actId="20577"/>
        <pc:sldMkLst>
          <pc:docMk/>
          <pc:sldMk cId="1196396230" sldId="525"/>
        </pc:sldMkLst>
        <pc:spChg chg="add mod">
          <ac:chgData name="Carlos Moreira" userId="e5d6a36f-fa0a-4004-9cb6-bb3821999a6c" providerId="ADAL" clId="{263E1DD8-D1E1-49B8-930E-AA6CBB4122F9}" dt="2023-05-03T16:00:36.791" v="290" actId="1076"/>
          <ac:spMkLst>
            <pc:docMk/>
            <pc:sldMk cId="1196396230" sldId="525"/>
            <ac:spMk id="7" creationId="{66149D74-D1CD-F2C2-7EBE-3758A0EF789E}"/>
          </ac:spMkLst>
        </pc:spChg>
        <pc:spChg chg="mod">
          <ac:chgData name="Carlos Moreira" userId="e5d6a36f-fa0a-4004-9cb6-bb3821999a6c" providerId="ADAL" clId="{263E1DD8-D1E1-49B8-930E-AA6CBB4122F9}" dt="2023-05-03T15:43:21.980" v="49" actId="20577"/>
          <ac:spMkLst>
            <pc:docMk/>
            <pc:sldMk cId="1196396230" sldId="525"/>
            <ac:spMk id="9" creationId="{20504549-E32D-4248-A49C-9E524511F98D}"/>
          </ac:spMkLst>
        </pc:spChg>
        <pc:spChg chg="del">
          <ac:chgData name="Carlos Moreira" userId="e5d6a36f-fa0a-4004-9cb6-bb3821999a6c" providerId="ADAL" clId="{263E1DD8-D1E1-49B8-930E-AA6CBB4122F9}" dt="2023-05-03T15:59:32.001" v="185" actId="478"/>
          <ac:spMkLst>
            <pc:docMk/>
            <pc:sldMk cId="1196396230" sldId="525"/>
            <ac:spMk id="10" creationId="{73FD447A-896F-51A5-C773-651D069C22D0}"/>
          </ac:spMkLst>
        </pc:spChg>
        <pc:spChg chg="add mod">
          <ac:chgData name="Carlos Moreira" userId="e5d6a36f-fa0a-4004-9cb6-bb3821999a6c" providerId="ADAL" clId="{263E1DD8-D1E1-49B8-930E-AA6CBB4122F9}" dt="2023-05-03T16:02:30.086" v="385" actId="1076"/>
          <ac:spMkLst>
            <pc:docMk/>
            <pc:sldMk cId="1196396230" sldId="525"/>
            <ac:spMk id="14" creationId="{2CA9AAA1-FE0C-391B-969C-DD34D34D4B89}"/>
          </ac:spMkLst>
        </pc:spChg>
        <pc:spChg chg="add mod">
          <ac:chgData name="Carlos Moreira" userId="e5d6a36f-fa0a-4004-9cb6-bb3821999a6c" providerId="ADAL" clId="{263E1DD8-D1E1-49B8-930E-AA6CBB4122F9}" dt="2023-05-03T16:02:46.661" v="425" actId="20577"/>
          <ac:spMkLst>
            <pc:docMk/>
            <pc:sldMk cId="1196396230" sldId="525"/>
            <ac:spMk id="15" creationId="{126EE570-D8C9-55F1-CA7B-9DB8C867C04E}"/>
          </ac:spMkLst>
        </pc:spChg>
        <pc:spChg chg="del">
          <ac:chgData name="Carlos Moreira" userId="e5d6a36f-fa0a-4004-9cb6-bb3821999a6c" providerId="ADAL" clId="{263E1DD8-D1E1-49B8-930E-AA6CBB4122F9}" dt="2023-05-03T15:59:32.001" v="185" actId="478"/>
          <ac:spMkLst>
            <pc:docMk/>
            <pc:sldMk cId="1196396230" sldId="525"/>
            <ac:spMk id="16" creationId="{9C6BAA98-15EC-4EF3-B483-EEE0D90D8CBB}"/>
          </ac:spMkLst>
        </pc:spChg>
        <pc:spChg chg="del">
          <ac:chgData name="Carlos Moreira" userId="e5d6a36f-fa0a-4004-9cb6-bb3821999a6c" providerId="ADAL" clId="{263E1DD8-D1E1-49B8-930E-AA6CBB4122F9}" dt="2023-05-03T15:59:32.001" v="185" actId="478"/>
          <ac:spMkLst>
            <pc:docMk/>
            <pc:sldMk cId="1196396230" sldId="525"/>
            <ac:spMk id="18" creationId="{970694EF-19C0-4CF1-BD60-A925773DD5C8}"/>
          </ac:spMkLst>
        </pc:spChg>
        <pc:picChg chg="del">
          <ac:chgData name="Carlos Moreira" userId="e5d6a36f-fa0a-4004-9cb6-bb3821999a6c" providerId="ADAL" clId="{263E1DD8-D1E1-49B8-930E-AA6CBB4122F9}" dt="2023-05-03T15:59:32.001" v="185" actId="478"/>
          <ac:picMkLst>
            <pc:docMk/>
            <pc:sldMk cId="1196396230" sldId="525"/>
            <ac:picMk id="2" creationId="{024679D2-3C52-777A-DB6E-8908C3BF5021}"/>
          </ac:picMkLst>
        </pc:picChg>
        <pc:picChg chg="del">
          <ac:chgData name="Carlos Moreira" userId="e5d6a36f-fa0a-4004-9cb6-bb3821999a6c" providerId="ADAL" clId="{263E1DD8-D1E1-49B8-930E-AA6CBB4122F9}" dt="2023-05-03T15:59:32.001" v="185" actId="478"/>
          <ac:picMkLst>
            <pc:docMk/>
            <pc:sldMk cId="1196396230" sldId="525"/>
            <ac:picMk id="4" creationId="{45B89FC0-236B-DF36-A3DA-E74CEB0A7EFC}"/>
          </ac:picMkLst>
        </pc:picChg>
        <pc:picChg chg="add mod">
          <ac:chgData name="Carlos Moreira" userId="e5d6a36f-fa0a-4004-9cb6-bb3821999a6c" providerId="ADAL" clId="{263E1DD8-D1E1-49B8-930E-AA6CBB4122F9}" dt="2023-05-03T16:00:36.791" v="290" actId="1076"/>
          <ac:picMkLst>
            <pc:docMk/>
            <pc:sldMk cId="1196396230" sldId="525"/>
            <ac:picMk id="6" creationId="{DEB9D537-E9C0-654A-9401-495FDF215B16}"/>
          </ac:picMkLst>
        </pc:picChg>
        <pc:picChg chg="add mod">
          <ac:chgData name="Carlos Moreira" userId="e5d6a36f-fa0a-4004-9cb6-bb3821999a6c" providerId="ADAL" clId="{263E1DD8-D1E1-49B8-930E-AA6CBB4122F9}" dt="2023-05-03T16:00:54.932" v="295" actId="1076"/>
          <ac:picMkLst>
            <pc:docMk/>
            <pc:sldMk cId="1196396230" sldId="525"/>
            <ac:picMk id="8" creationId="{891B7160-13B6-69B9-A4D7-E66A76CE6389}"/>
          </ac:picMkLst>
        </pc:picChg>
        <pc:picChg chg="del">
          <ac:chgData name="Carlos Moreira" userId="e5d6a36f-fa0a-4004-9cb6-bb3821999a6c" providerId="ADAL" clId="{263E1DD8-D1E1-49B8-930E-AA6CBB4122F9}" dt="2023-05-03T15:59:32.001" v="185" actId="478"/>
          <ac:picMkLst>
            <pc:docMk/>
            <pc:sldMk cId="1196396230" sldId="525"/>
            <ac:picMk id="11" creationId="{EBB70C14-3903-7214-F993-3C65108D1E62}"/>
          </ac:picMkLst>
        </pc:picChg>
        <pc:picChg chg="add mod">
          <ac:chgData name="Carlos Moreira" userId="e5d6a36f-fa0a-4004-9cb6-bb3821999a6c" providerId="ADAL" clId="{263E1DD8-D1E1-49B8-930E-AA6CBB4122F9}" dt="2023-05-03T16:00:58.132" v="296" actId="1076"/>
          <ac:picMkLst>
            <pc:docMk/>
            <pc:sldMk cId="1196396230" sldId="525"/>
            <ac:picMk id="13" creationId="{C6EAC42B-B19B-6777-653D-F17D01A31C55}"/>
          </ac:picMkLst>
        </pc:picChg>
      </pc:sldChg>
      <pc:sldChg chg="addSp delSp modSp mod">
        <pc:chgData name="Carlos Moreira" userId="e5d6a36f-fa0a-4004-9cb6-bb3821999a6c" providerId="ADAL" clId="{263E1DD8-D1E1-49B8-930E-AA6CBB4122F9}" dt="2023-05-03T16:15:57.270" v="686"/>
        <pc:sldMkLst>
          <pc:docMk/>
          <pc:sldMk cId="3755499940" sldId="526"/>
        </pc:sldMkLst>
        <pc:spChg chg="add mod">
          <ac:chgData name="Carlos Moreira" userId="e5d6a36f-fa0a-4004-9cb6-bb3821999a6c" providerId="ADAL" clId="{263E1DD8-D1E1-49B8-930E-AA6CBB4122F9}" dt="2023-05-03T16:15:57.270" v="686"/>
          <ac:spMkLst>
            <pc:docMk/>
            <pc:sldMk cId="3755499940" sldId="526"/>
            <ac:spMk id="2" creationId="{DD00EC4A-427F-C8B9-A3EC-0F248A88AF9F}"/>
          </ac:spMkLst>
        </pc:spChg>
        <pc:spChg chg="add del mod">
          <ac:chgData name="Carlos Moreira" userId="e5d6a36f-fa0a-4004-9cb6-bb3821999a6c" providerId="ADAL" clId="{263E1DD8-D1E1-49B8-930E-AA6CBB4122F9}" dt="2023-05-03T16:09:32.963" v="487" actId="21"/>
          <ac:spMkLst>
            <pc:docMk/>
            <pc:sldMk cId="3755499940" sldId="526"/>
            <ac:spMk id="4" creationId="{88DF702C-77AB-58C5-5BDC-3392C579BF2F}"/>
          </ac:spMkLst>
        </pc:spChg>
        <pc:spChg chg="del">
          <ac:chgData name="Carlos Moreira" userId="e5d6a36f-fa0a-4004-9cb6-bb3821999a6c" providerId="ADAL" clId="{263E1DD8-D1E1-49B8-930E-AA6CBB4122F9}" dt="2023-05-03T16:09:01.525" v="480" actId="478"/>
          <ac:spMkLst>
            <pc:docMk/>
            <pc:sldMk cId="3755499940" sldId="526"/>
            <ac:spMk id="6" creationId="{0B271C48-8B6C-B17E-D29D-512695B49053}"/>
          </ac:spMkLst>
        </pc:spChg>
        <pc:spChg chg="mod">
          <ac:chgData name="Carlos Moreira" userId="e5d6a36f-fa0a-4004-9cb6-bb3821999a6c" providerId="ADAL" clId="{263E1DD8-D1E1-49B8-930E-AA6CBB4122F9}" dt="2023-05-03T15:43:40.313" v="64" actId="20577"/>
          <ac:spMkLst>
            <pc:docMk/>
            <pc:sldMk cId="3755499940" sldId="526"/>
            <ac:spMk id="9" creationId="{20504549-E32D-4248-A49C-9E524511F98D}"/>
          </ac:spMkLst>
        </pc:spChg>
        <pc:picChg chg="add del mod">
          <ac:chgData name="Carlos Moreira" userId="e5d6a36f-fa0a-4004-9cb6-bb3821999a6c" providerId="ADAL" clId="{263E1DD8-D1E1-49B8-930E-AA6CBB4122F9}" dt="2023-05-03T16:09:32.963" v="487" actId="21"/>
          <ac:picMkLst>
            <pc:docMk/>
            <pc:sldMk cId="3755499940" sldId="526"/>
            <ac:picMk id="2" creationId="{40A00F02-8C3A-1288-3EEC-DF146EDBABF1}"/>
          </ac:picMkLst>
        </pc:picChg>
      </pc:sldChg>
      <pc:sldChg chg="addSp delSp modSp mod">
        <pc:chgData name="Carlos Moreira" userId="e5d6a36f-fa0a-4004-9cb6-bb3821999a6c" providerId="ADAL" clId="{263E1DD8-D1E1-49B8-930E-AA6CBB4122F9}" dt="2023-05-03T15:57:20.796" v="183" actId="20577"/>
        <pc:sldMkLst>
          <pc:docMk/>
          <pc:sldMk cId="952581240" sldId="527"/>
        </pc:sldMkLst>
        <pc:spChg chg="del">
          <ac:chgData name="Carlos Moreira" userId="e5d6a36f-fa0a-4004-9cb6-bb3821999a6c" providerId="ADAL" clId="{263E1DD8-D1E1-49B8-930E-AA6CBB4122F9}" dt="2023-05-03T15:56:13.036" v="80" actId="478"/>
          <ac:spMkLst>
            <pc:docMk/>
            <pc:sldMk cId="952581240" sldId="527"/>
            <ac:spMk id="6" creationId="{DBFCEFA5-31DD-CFC4-F846-BFA2305D041D}"/>
          </ac:spMkLst>
        </pc:spChg>
        <pc:spChg chg="add mod">
          <ac:chgData name="Carlos Moreira" userId="e5d6a36f-fa0a-4004-9cb6-bb3821999a6c" providerId="ADAL" clId="{263E1DD8-D1E1-49B8-930E-AA6CBB4122F9}" dt="2023-05-03T15:57:20.796" v="183" actId="20577"/>
          <ac:spMkLst>
            <pc:docMk/>
            <pc:sldMk cId="952581240" sldId="527"/>
            <ac:spMk id="7" creationId="{DC6293D5-3091-7759-2ED9-C3FCCB87E062}"/>
          </ac:spMkLst>
        </pc:spChg>
        <pc:spChg chg="mod">
          <ac:chgData name="Carlos Moreira" userId="e5d6a36f-fa0a-4004-9cb6-bb3821999a6c" providerId="ADAL" clId="{263E1DD8-D1E1-49B8-930E-AA6CBB4122F9}" dt="2023-05-03T15:56:26.406" v="81"/>
          <ac:spMkLst>
            <pc:docMk/>
            <pc:sldMk cId="952581240" sldId="527"/>
            <ac:spMk id="9" creationId="{20504549-E32D-4248-A49C-9E524511F98D}"/>
          </ac:spMkLst>
        </pc:spChg>
        <pc:spChg chg="del mod">
          <ac:chgData name="Carlos Moreira" userId="e5d6a36f-fa0a-4004-9cb6-bb3821999a6c" providerId="ADAL" clId="{263E1DD8-D1E1-49B8-930E-AA6CBB4122F9}" dt="2023-05-03T15:56:13.036" v="80" actId="478"/>
          <ac:spMkLst>
            <pc:docMk/>
            <pc:sldMk cId="952581240" sldId="527"/>
            <ac:spMk id="10" creationId="{5A8F5A9D-86AF-FB8F-B8D7-451CDEFE0A70}"/>
          </ac:spMkLst>
        </pc:spChg>
        <pc:picChg chg="del mod">
          <ac:chgData name="Carlos Moreira" userId="e5d6a36f-fa0a-4004-9cb6-bb3821999a6c" providerId="ADAL" clId="{263E1DD8-D1E1-49B8-930E-AA6CBB4122F9}" dt="2023-05-03T15:56:13.036" v="80" actId="478"/>
          <ac:picMkLst>
            <pc:docMk/>
            <pc:sldMk cId="952581240" sldId="527"/>
            <ac:picMk id="2" creationId="{1C47B22D-143B-ADAC-E0B1-D4BAFA344D78}"/>
          </ac:picMkLst>
        </pc:picChg>
        <pc:picChg chg="add mod">
          <ac:chgData name="Carlos Moreira" userId="e5d6a36f-fa0a-4004-9cb6-bb3821999a6c" providerId="ADAL" clId="{263E1DD8-D1E1-49B8-930E-AA6CBB4122F9}" dt="2023-05-03T15:56:46.348" v="86" actId="1076"/>
          <ac:picMkLst>
            <pc:docMk/>
            <pc:sldMk cId="952581240" sldId="527"/>
            <ac:picMk id="4" creationId="{D27ABE16-4B5B-90DE-3521-B7B884261426}"/>
          </ac:picMkLst>
        </pc:picChg>
        <pc:picChg chg="del mod">
          <ac:chgData name="Carlos Moreira" userId="e5d6a36f-fa0a-4004-9cb6-bb3821999a6c" providerId="ADAL" clId="{263E1DD8-D1E1-49B8-930E-AA6CBB4122F9}" dt="2023-05-03T15:56:13.036" v="80" actId="478"/>
          <ac:picMkLst>
            <pc:docMk/>
            <pc:sldMk cId="952581240" sldId="527"/>
            <ac:picMk id="8" creationId="{F2CF2329-8B5B-57F0-BAB3-7DB93291FAD2}"/>
          </ac:picMkLst>
        </pc:picChg>
      </pc:sldChg>
      <pc:sldChg chg="modSp del mod">
        <pc:chgData name="Carlos Moreira" userId="e5d6a36f-fa0a-4004-9cb6-bb3821999a6c" providerId="ADAL" clId="{263E1DD8-D1E1-49B8-930E-AA6CBB4122F9}" dt="2023-05-03T16:03:19.959" v="428" actId="47"/>
        <pc:sldMkLst>
          <pc:docMk/>
          <pc:sldMk cId="2482909022" sldId="528"/>
        </pc:sldMkLst>
        <pc:spChg chg="mod">
          <ac:chgData name="Carlos Moreira" userId="e5d6a36f-fa0a-4004-9cb6-bb3821999a6c" providerId="ADAL" clId="{263E1DD8-D1E1-49B8-930E-AA6CBB4122F9}" dt="2023-05-03T15:43:01.958" v="19" actId="20577"/>
          <ac:spMkLst>
            <pc:docMk/>
            <pc:sldMk cId="2482909022" sldId="528"/>
            <ac:spMk id="9" creationId="{20504549-E32D-4248-A49C-9E524511F98D}"/>
          </ac:spMkLst>
        </pc:spChg>
      </pc:sldChg>
    </pc:docChg>
  </pc:docChgLst>
  <pc:docChgLst>
    <pc:chgData name="Carlos Moreira" userId="e5d6a36f-fa0a-4004-9cb6-bb3821999a6c" providerId="ADAL" clId="{00D7C71B-0C45-43CB-855C-6F52634298F2}"/>
    <pc:docChg chg="undo custSel addSld delSld modSld">
      <pc:chgData name="Carlos Moreira" userId="e5d6a36f-fa0a-4004-9cb6-bb3821999a6c" providerId="ADAL" clId="{00D7C71B-0C45-43CB-855C-6F52634298F2}" dt="2023-02-03T15:30:23.150" v="1004" actId="1076"/>
      <pc:docMkLst>
        <pc:docMk/>
      </pc:docMkLst>
      <pc:sldChg chg="modSp mod">
        <pc:chgData name="Carlos Moreira" userId="e5d6a36f-fa0a-4004-9cb6-bb3821999a6c" providerId="ADAL" clId="{00D7C71B-0C45-43CB-855C-6F52634298F2}" dt="2023-02-02T21:33:46.957" v="6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00D7C71B-0C45-43CB-855C-6F52634298F2}" dt="2023-02-02T21:33:46.957" v="6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00D7C71B-0C45-43CB-855C-6F52634298F2}" dt="2023-02-03T15:30:23.150" v="1004" actId="1076"/>
        <pc:sldMkLst>
          <pc:docMk/>
          <pc:sldMk cId="1663769316" sldId="512"/>
        </pc:sldMkLst>
        <pc:spChg chg="mod">
          <ac:chgData name="Carlos Moreira" userId="e5d6a36f-fa0a-4004-9cb6-bb3821999a6c" providerId="ADAL" clId="{00D7C71B-0C45-43CB-855C-6F52634298F2}" dt="2023-02-03T15:30:23.150" v="1004" actId="1076"/>
          <ac:spMkLst>
            <pc:docMk/>
            <pc:sldMk cId="1663769316" sldId="512"/>
            <ac:spMk id="4" creationId="{510031E1-D585-0B0A-9153-70209FCBE617}"/>
          </ac:spMkLst>
        </pc:spChg>
        <pc:spChg chg="del">
          <ac:chgData name="Carlos Moreira" userId="e5d6a36f-fa0a-4004-9cb6-bb3821999a6c" providerId="ADAL" clId="{00D7C71B-0C45-43CB-855C-6F52634298F2}" dt="2023-02-02T22:30:23.228" v="372" actId="478"/>
          <ac:spMkLst>
            <pc:docMk/>
            <pc:sldMk cId="1663769316" sldId="512"/>
            <ac:spMk id="7" creationId="{2273C62E-D688-3416-4716-AAA425417F43}"/>
          </ac:spMkLst>
        </pc:spChg>
        <pc:spChg chg="mod">
          <ac:chgData name="Carlos Moreira" userId="e5d6a36f-fa0a-4004-9cb6-bb3821999a6c" providerId="ADAL" clId="{00D7C71B-0C45-43CB-855C-6F52634298F2}" dt="2023-02-02T22:00:54.269" v="31" actId="20577"/>
          <ac:spMkLst>
            <pc:docMk/>
            <pc:sldMk cId="1663769316" sldId="512"/>
            <ac:spMk id="9" creationId="{20504549-E32D-4248-A49C-9E524511F98D}"/>
          </ac:spMkLst>
        </pc:spChg>
        <pc:spChg chg="del mod">
          <ac:chgData name="Carlos Moreira" userId="e5d6a36f-fa0a-4004-9cb6-bb3821999a6c" providerId="ADAL" clId="{00D7C71B-0C45-43CB-855C-6F52634298F2}" dt="2023-02-02T22:30:21.094" v="371" actId="478"/>
          <ac:spMkLst>
            <pc:docMk/>
            <pc:sldMk cId="1663769316" sldId="512"/>
            <ac:spMk id="11" creationId="{C60ABCAC-997E-45B4-B937-28BA677AB1E6}"/>
          </ac:spMkLst>
        </pc:spChg>
        <pc:spChg chg="add mod">
          <ac:chgData name="Carlos Moreira" userId="e5d6a36f-fa0a-4004-9cb6-bb3821999a6c" providerId="ADAL" clId="{00D7C71B-0C45-43CB-855C-6F52634298F2}" dt="2023-02-02T22:50:18.990" v="751" actId="14100"/>
          <ac:spMkLst>
            <pc:docMk/>
            <pc:sldMk cId="1663769316" sldId="512"/>
            <ac:spMk id="17" creationId="{11858EE9-5329-9975-F5EE-2D156D5F70FC}"/>
          </ac:spMkLst>
        </pc:spChg>
        <pc:spChg chg="add del mod">
          <ac:chgData name="Carlos Moreira" userId="e5d6a36f-fa0a-4004-9cb6-bb3821999a6c" providerId="ADAL" clId="{00D7C71B-0C45-43CB-855C-6F52634298F2}" dt="2023-02-03T15:30:23.150" v="1004" actId="1076"/>
          <ac:spMkLst>
            <pc:docMk/>
            <pc:sldMk cId="1663769316" sldId="512"/>
            <ac:spMk id="19" creationId="{C34B936F-E4E7-B29E-33A7-0B467866ED57}"/>
          </ac:spMkLst>
        </pc:spChg>
        <pc:picChg chg="del">
          <ac:chgData name="Carlos Moreira" userId="e5d6a36f-fa0a-4004-9cb6-bb3821999a6c" providerId="ADAL" clId="{00D7C71B-0C45-43CB-855C-6F52634298F2}" dt="2023-02-02T22:00:26.347" v="10" actId="478"/>
          <ac:picMkLst>
            <pc:docMk/>
            <pc:sldMk cId="1663769316" sldId="512"/>
            <ac:picMk id="2" creationId="{5461261B-89A1-7758-5D35-C69E3B227FBF}"/>
          </ac:picMkLst>
        </pc:picChg>
        <pc:picChg chg="del">
          <ac:chgData name="Carlos Moreira" userId="e5d6a36f-fa0a-4004-9cb6-bb3821999a6c" providerId="ADAL" clId="{00D7C71B-0C45-43CB-855C-6F52634298F2}" dt="2023-02-02T22:00:26.928" v="11" actId="478"/>
          <ac:picMkLst>
            <pc:docMk/>
            <pc:sldMk cId="1663769316" sldId="512"/>
            <ac:picMk id="6" creationId="{44B64D48-D6EF-6C46-EF67-4E4B417D03FD}"/>
          </ac:picMkLst>
        </pc:picChg>
        <pc:picChg chg="del">
          <ac:chgData name="Carlos Moreira" userId="e5d6a36f-fa0a-4004-9cb6-bb3821999a6c" providerId="ADAL" clId="{00D7C71B-0C45-43CB-855C-6F52634298F2}" dt="2023-02-02T22:00:24.308" v="9" actId="478"/>
          <ac:picMkLst>
            <pc:docMk/>
            <pc:sldMk cId="1663769316" sldId="512"/>
            <ac:picMk id="8" creationId="{3AA6FA4A-3162-87D1-6AC6-730299190D8C}"/>
          </ac:picMkLst>
        </pc:picChg>
        <pc:picChg chg="del">
          <ac:chgData name="Carlos Moreira" userId="e5d6a36f-fa0a-4004-9cb6-bb3821999a6c" providerId="ADAL" clId="{00D7C71B-0C45-43CB-855C-6F52634298F2}" dt="2023-02-02T22:00:24.308" v="9" actId="478"/>
          <ac:picMkLst>
            <pc:docMk/>
            <pc:sldMk cId="1663769316" sldId="512"/>
            <ac:picMk id="10" creationId="{5568C701-6EA4-43C7-971F-733AD7319EE0}"/>
          </ac:picMkLst>
        </pc:picChg>
        <pc:picChg chg="add mod">
          <ac:chgData name="Carlos Moreira" userId="e5d6a36f-fa0a-4004-9cb6-bb3821999a6c" providerId="ADAL" clId="{00D7C71B-0C45-43CB-855C-6F52634298F2}" dt="2023-02-03T15:30:23.150" v="1004" actId="1076"/>
          <ac:picMkLst>
            <pc:docMk/>
            <pc:sldMk cId="1663769316" sldId="512"/>
            <ac:picMk id="12" creationId="{C5FB4251-655E-97BE-60AD-280D562BFB5C}"/>
          </ac:picMkLst>
        </pc:picChg>
        <pc:picChg chg="add mod">
          <ac:chgData name="Carlos Moreira" userId="e5d6a36f-fa0a-4004-9cb6-bb3821999a6c" providerId="ADAL" clId="{00D7C71B-0C45-43CB-855C-6F52634298F2}" dt="2023-02-03T15:30:23.150" v="1004" actId="1076"/>
          <ac:picMkLst>
            <pc:docMk/>
            <pc:sldMk cId="1663769316" sldId="512"/>
            <ac:picMk id="13" creationId="{9FAF6979-B0D7-D341-F551-F4E481DEA9E6}"/>
          </ac:picMkLst>
        </pc:picChg>
        <pc:picChg chg="add mod">
          <ac:chgData name="Carlos Moreira" userId="e5d6a36f-fa0a-4004-9cb6-bb3821999a6c" providerId="ADAL" clId="{00D7C71B-0C45-43CB-855C-6F52634298F2}" dt="2023-02-03T15:30:23.150" v="1004" actId="1076"/>
          <ac:picMkLst>
            <pc:docMk/>
            <pc:sldMk cId="1663769316" sldId="512"/>
            <ac:picMk id="14" creationId="{297DF969-DC91-6029-3E40-481499A4DBA2}"/>
          </ac:picMkLst>
        </pc:picChg>
        <pc:picChg chg="add mod">
          <ac:chgData name="Carlos Moreira" userId="e5d6a36f-fa0a-4004-9cb6-bb3821999a6c" providerId="ADAL" clId="{00D7C71B-0C45-43CB-855C-6F52634298F2}" dt="2023-02-03T15:30:23.150" v="1004" actId="1076"/>
          <ac:picMkLst>
            <pc:docMk/>
            <pc:sldMk cId="1663769316" sldId="512"/>
            <ac:picMk id="16" creationId="{8CD4C2E1-5B41-C19B-A735-929EF63C2BCF}"/>
          </ac:picMkLst>
        </pc:picChg>
      </pc:sldChg>
      <pc:sldChg chg="addSp delSp modSp mod">
        <pc:chgData name="Carlos Moreira" userId="e5d6a36f-fa0a-4004-9cb6-bb3821999a6c" providerId="ADAL" clId="{00D7C71B-0C45-43CB-855C-6F52634298F2}" dt="2023-02-02T22:48:58.797" v="737" actId="20577"/>
        <pc:sldMkLst>
          <pc:docMk/>
          <pc:sldMk cId="1170610028" sldId="513"/>
        </pc:sldMkLst>
        <pc:spChg chg="del">
          <ac:chgData name="Carlos Moreira" userId="e5d6a36f-fa0a-4004-9cb6-bb3821999a6c" providerId="ADAL" clId="{00D7C71B-0C45-43CB-855C-6F52634298F2}" dt="2023-02-02T22:29:19.414" v="306" actId="478"/>
          <ac:spMkLst>
            <pc:docMk/>
            <pc:sldMk cId="1170610028" sldId="513"/>
            <ac:spMk id="2" creationId="{0F561318-56A1-4C1D-A05D-B55072EC1AE8}"/>
          </ac:spMkLst>
        </pc:spChg>
        <pc:spChg chg="add mod">
          <ac:chgData name="Carlos Moreira" userId="e5d6a36f-fa0a-4004-9cb6-bb3821999a6c" providerId="ADAL" clId="{00D7C71B-0C45-43CB-855C-6F52634298F2}" dt="2023-02-02T22:29:44.264" v="364" actId="20577"/>
          <ac:spMkLst>
            <pc:docMk/>
            <pc:sldMk cId="1170610028" sldId="513"/>
            <ac:spMk id="6" creationId="{D4240678-C43C-614E-0DC3-5F7F1CFB028C}"/>
          </ac:spMkLst>
        </pc:spChg>
        <pc:spChg chg="add mod">
          <ac:chgData name="Carlos Moreira" userId="e5d6a36f-fa0a-4004-9cb6-bb3821999a6c" providerId="ADAL" clId="{00D7C71B-0C45-43CB-855C-6F52634298F2}" dt="2023-02-02T22:48:58.797" v="737" actId="20577"/>
          <ac:spMkLst>
            <pc:docMk/>
            <pc:sldMk cId="1170610028" sldId="513"/>
            <ac:spMk id="8" creationId="{34CA08B9-2B96-C2C8-B0D4-DAE355DC81B1}"/>
          </ac:spMkLst>
        </pc:spChg>
        <pc:spChg chg="mod">
          <ac:chgData name="Carlos Moreira" userId="e5d6a36f-fa0a-4004-9cb6-bb3821999a6c" providerId="ADAL" clId="{00D7C71B-0C45-43CB-855C-6F52634298F2}" dt="2023-02-02T22:01:04.299" v="41" actId="20577"/>
          <ac:spMkLst>
            <pc:docMk/>
            <pc:sldMk cId="1170610028" sldId="513"/>
            <ac:spMk id="9" creationId="{20504549-E32D-4248-A49C-9E524511F98D}"/>
          </ac:spMkLst>
        </pc:spChg>
        <pc:picChg chg="add mod">
          <ac:chgData name="Carlos Moreira" userId="e5d6a36f-fa0a-4004-9cb6-bb3821999a6c" providerId="ADAL" clId="{00D7C71B-0C45-43CB-855C-6F52634298F2}" dt="2023-02-02T22:29:31.607" v="312" actId="1076"/>
          <ac:picMkLst>
            <pc:docMk/>
            <pc:sldMk cId="1170610028" sldId="513"/>
            <ac:picMk id="4" creationId="{0FB2C422-EB4A-A9E6-9F8D-8F93CDCCF982}"/>
          </ac:picMkLst>
        </pc:picChg>
        <pc:picChg chg="add mod">
          <ac:chgData name="Carlos Moreira" userId="e5d6a36f-fa0a-4004-9cb6-bb3821999a6c" providerId="ADAL" clId="{00D7C71B-0C45-43CB-855C-6F52634298F2}" dt="2023-02-02T22:46:18.951" v="583" actId="1076"/>
          <ac:picMkLst>
            <pc:docMk/>
            <pc:sldMk cId="1170610028" sldId="513"/>
            <ac:picMk id="7" creationId="{A1A39F54-2CC3-51FA-679E-4B1E8E363830}"/>
          </ac:picMkLst>
        </pc:picChg>
      </pc:sldChg>
      <pc:sldChg chg="delSp modSp mod">
        <pc:chgData name="Carlos Moreira" userId="e5d6a36f-fa0a-4004-9cb6-bb3821999a6c" providerId="ADAL" clId="{00D7C71B-0C45-43CB-855C-6F52634298F2}" dt="2023-02-02T22:54:24.121" v="998" actId="1076"/>
        <pc:sldMkLst>
          <pc:docMk/>
          <pc:sldMk cId="1315261602" sldId="514"/>
        </pc:sldMkLst>
        <pc:spChg chg="mod">
          <ac:chgData name="Carlos Moreira" userId="e5d6a36f-fa0a-4004-9cb6-bb3821999a6c" providerId="ADAL" clId="{00D7C71B-0C45-43CB-855C-6F52634298F2}" dt="2023-02-02T22:54:24.121" v="998" actId="1076"/>
          <ac:spMkLst>
            <pc:docMk/>
            <pc:sldMk cId="1315261602" sldId="514"/>
            <ac:spMk id="4" creationId="{8109D184-28EC-B036-026F-BFD3AE8ACC91}"/>
          </ac:spMkLst>
        </pc:spChg>
        <pc:spChg chg="mod">
          <ac:chgData name="Carlos Moreira" userId="e5d6a36f-fa0a-4004-9cb6-bb3821999a6c" providerId="ADAL" clId="{00D7C71B-0C45-43CB-855C-6F52634298F2}" dt="2023-02-02T22:01:16.856" v="51" actId="20577"/>
          <ac:spMkLst>
            <pc:docMk/>
            <pc:sldMk cId="1315261602" sldId="514"/>
            <ac:spMk id="9" creationId="{20504549-E32D-4248-A49C-9E524511F98D}"/>
          </ac:spMkLst>
        </pc:spChg>
        <pc:picChg chg="del mod">
          <ac:chgData name="Carlos Moreira" userId="e5d6a36f-fa0a-4004-9cb6-bb3821999a6c" providerId="ADAL" clId="{00D7C71B-0C45-43CB-855C-6F52634298F2}" dt="2023-02-02T22:00:37.297" v="19" actId="478"/>
          <ac:picMkLst>
            <pc:docMk/>
            <pc:sldMk cId="1315261602" sldId="514"/>
            <ac:picMk id="2" creationId="{3E76E3BC-F75C-483A-1C13-8CBDE368079F}"/>
          </ac:picMkLst>
        </pc:picChg>
      </pc:sldChg>
      <pc:sldChg chg="addSp delSp modSp mod">
        <pc:chgData name="Carlos Moreira" userId="e5d6a36f-fa0a-4004-9cb6-bb3821999a6c" providerId="ADAL" clId="{00D7C71B-0C45-43CB-855C-6F52634298F2}" dt="2023-02-02T22:54:26.511" v="999"/>
        <pc:sldMkLst>
          <pc:docMk/>
          <pc:sldMk cId="1029446250" sldId="515"/>
        </pc:sldMkLst>
        <pc:spChg chg="add mod">
          <ac:chgData name="Carlos Moreira" userId="e5d6a36f-fa0a-4004-9cb6-bb3821999a6c" providerId="ADAL" clId="{00D7C71B-0C45-43CB-855C-6F52634298F2}" dt="2023-02-02T22:54:26.511" v="999"/>
          <ac:spMkLst>
            <pc:docMk/>
            <pc:sldMk cId="1029446250" sldId="515"/>
            <ac:spMk id="2" creationId="{B453E793-2C6A-DC72-375D-5E34F5440BEB}"/>
          </ac:spMkLst>
        </pc:spChg>
        <pc:spChg chg="del">
          <ac:chgData name="Carlos Moreira" userId="e5d6a36f-fa0a-4004-9cb6-bb3821999a6c" providerId="ADAL" clId="{00D7C71B-0C45-43CB-855C-6F52634298F2}" dt="2023-02-02T22:51:37.969" v="752" actId="478"/>
          <ac:spMkLst>
            <pc:docMk/>
            <pc:sldMk cId="1029446250" sldId="515"/>
            <ac:spMk id="4" creationId="{40FF74F2-F36E-5042-7E72-DE56B3F85663}"/>
          </ac:spMkLst>
        </pc:spChg>
        <pc:spChg chg="mod">
          <ac:chgData name="Carlos Moreira" userId="e5d6a36f-fa0a-4004-9cb6-bb3821999a6c" providerId="ADAL" clId="{00D7C71B-0C45-43CB-855C-6F52634298F2}" dt="2023-02-02T22:00:59.347" v="36" actId="20577"/>
          <ac:spMkLst>
            <pc:docMk/>
            <pc:sldMk cId="1029446250" sldId="515"/>
            <ac:spMk id="9" creationId="{20504549-E32D-4248-A49C-9E524511F98D}"/>
          </ac:spMkLst>
        </pc:spChg>
        <pc:spChg chg="del">
          <ac:chgData name="Carlos Moreira" userId="e5d6a36f-fa0a-4004-9cb6-bb3821999a6c" providerId="ADAL" clId="{00D7C71B-0C45-43CB-855C-6F52634298F2}" dt="2023-02-02T22:51:37.969" v="752" actId="478"/>
          <ac:spMkLst>
            <pc:docMk/>
            <pc:sldMk cId="1029446250" sldId="515"/>
            <ac:spMk id="12" creationId="{C160D9FD-595A-0EB1-A40A-5A09D16FA57F}"/>
          </ac:spMkLst>
        </pc:spChg>
        <pc:picChg chg="del">
          <ac:chgData name="Carlos Moreira" userId="e5d6a36f-fa0a-4004-9cb6-bb3821999a6c" providerId="ADAL" clId="{00D7C71B-0C45-43CB-855C-6F52634298F2}" dt="2023-02-02T22:00:28.453" v="12" actId="478"/>
          <ac:picMkLst>
            <pc:docMk/>
            <pc:sldMk cId="1029446250" sldId="515"/>
            <ac:picMk id="7" creationId="{D0AB02DF-CF78-F0E0-4CF4-7D5A4F03877B}"/>
          </ac:picMkLst>
        </pc:picChg>
        <pc:picChg chg="del">
          <ac:chgData name="Carlos Moreira" userId="e5d6a36f-fa0a-4004-9cb6-bb3821999a6c" providerId="ADAL" clId="{00D7C71B-0C45-43CB-855C-6F52634298F2}" dt="2023-02-02T22:00:28.942" v="13" actId="478"/>
          <ac:picMkLst>
            <pc:docMk/>
            <pc:sldMk cId="1029446250" sldId="515"/>
            <ac:picMk id="8" creationId="{E124C60F-65AD-183D-FCC9-DCD1DBFA5B25}"/>
          </ac:picMkLst>
        </pc:picChg>
        <pc:picChg chg="del">
          <ac:chgData name="Carlos Moreira" userId="e5d6a36f-fa0a-4004-9cb6-bb3821999a6c" providerId="ADAL" clId="{00D7C71B-0C45-43CB-855C-6F52634298F2}" dt="2023-02-02T22:00:29.477" v="14" actId="478"/>
          <ac:picMkLst>
            <pc:docMk/>
            <pc:sldMk cId="1029446250" sldId="515"/>
            <ac:picMk id="11" creationId="{B4AF15F5-5665-7D5D-7539-5711BDF50B2E}"/>
          </ac:picMkLst>
        </pc:picChg>
      </pc:sldChg>
      <pc:sldChg chg="del">
        <pc:chgData name="Carlos Moreira" userId="e5d6a36f-fa0a-4004-9cb6-bb3821999a6c" providerId="ADAL" clId="{00D7C71B-0C45-43CB-855C-6F52634298F2}" dt="2023-02-02T21:34:00.435" v="7" actId="47"/>
        <pc:sldMkLst>
          <pc:docMk/>
          <pc:sldMk cId="4241848395" sldId="519"/>
        </pc:sldMkLst>
      </pc:sldChg>
      <pc:sldChg chg="addSp delSp modSp mod">
        <pc:chgData name="Carlos Moreira" userId="e5d6a36f-fa0a-4004-9cb6-bb3821999a6c" providerId="ADAL" clId="{00D7C71B-0C45-43CB-855C-6F52634298F2}" dt="2023-02-02T22:54:35.794" v="1001" actId="1076"/>
        <pc:sldMkLst>
          <pc:docMk/>
          <pc:sldMk cId="1546239747" sldId="524"/>
        </pc:sldMkLst>
        <pc:spChg chg="mod">
          <ac:chgData name="Carlos Moreira" userId="e5d6a36f-fa0a-4004-9cb6-bb3821999a6c" providerId="ADAL" clId="{00D7C71B-0C45-43CB-855C-6F52634298F2}" dt="2023-02-02T22:01:26.217" v="56" actId="20577"/>
          <ac:spMkLst>
            <pc:docMk/>
            <pc:sldMk cId="1546239747" sldId="524"/>
            <ac:spMk id="9" creationId="{20504549-E32D-4248-A49C-9E524511F98D}"/>
          </ac:spMkLst>
        </pc:spChg>
        <pc:spChg chg="mod">
          <ac:chgData name="Carlos Moreira" userId="e5d6a36f-fa0a-4004-9cb6-bb3821999a6c" providerId="ADAL" clId="{00D7C71B-0C45-43CB-855C-6F52634298F2}" dt="2023-02-02T22:54:35.794" v="1001" actId="1076"/>
          <ac:spMkLst>
            <pc:docMk/>
            <pc:sldMk cId="1546239747" sldId="524"/>
            <ac:spMk id="10" creationId="{BCE9E2CA-6308-950C-4484-8705C54DAC08}"/>
          </ac:spMkLst>
        </pc:spChg>
        <pc:spChg chg="del mod">
          <ac:chgData name="Carlos Moreira" userId="e5d6a36f-fa0a-4004-9cb6-bb3821999a6c" providerId="ADAL" clId="{00D7C71B-0C45-43CB-855C-6F52634298F2}" dt="2023-02-02T22:54:30.410" v="1000" actId="478"/>
          <ac:spMkLst>
            <pc:docMk/>
            <pc:sldMk cId="1546239747" sldId="524"/>
            <ac:spMk id="12" creationId="{21550026-1E5D-2B25-476A-9C4665E65F0F}"/>
          </ac:spMkLst>
        </pc:spChg>
        <pc:spChg chg="mod">
          <ac:chgData name="Carlos Moreira" userId="e5d6a36f-fa0a-4004-9cb6-bb3821999a6c" providerId="ADAL" clId="{00D7C71B-0C45-43CB-855C-6F52634298F2}" dt="2023-02-02T22:54:35.794" v="1001" actId="1076"/>
          <ac:spMkLst>
            <pc:docMk/>
            <pc:sldMk cId="1546239747" sldId="524"/>
            <ac:spMk id="15" creationId="{F3D58166-27DA-4D5E-A63E-2AC9476A6430}"/>
          </ac:spMkLst>
        </pc:spChg>
        <pc:picChg chg="add mod">
          <ac:chgData name="Carlos Moreira" userId="e5d6a36f-fa0a-4004-9cb6-bb3821999a6c" providerId="ADAL" clId="{00D7C71B-0C45-43CB-855C-6F52634298F2}" dt="2023-02-02T22:54:35.794" v="1001" actId="1076"/>
          <ac:picMkLst>
            <pc:docMk/>
            <pc:sldMk cId="1546239747" sldId="524"/>
            <ac:picMk id="2" creationId="{974A9CA8-AB3E-05B3-FC61-F5099F8B336C}"/>
          </ac:picMkLst>
        </pc:picChg>
        <pc:picChg chg="add mod">
          <ac:chgData name="Carlos Moreira" userId="e5d6a36f-fa0a-4004-9cb6-bb3821999a6c" providerId="ADAL" clId="{00D7C71B-0C45-43CB-855C-6F52634298F2}" dt="2023-02-02T22:54:35.794" v="1001" actId="1076"/>
          <ac:picMkLst>
            <pc:docMk/>
            <pc:sldMk cId="1546239747" sldId="524"/>
            <ac:picMk id="4" creationId="{3E738A09-68F2-46FC-F55C-A97C0057ECF5}"/>
          </ac:picMkLst>
        </pc:picChg>
        <pc:picChg chg="del">
          <ac:chgData name="Carlos Moreira" userId="e5d6a36f-fa0a-4004-9cb6-bb3821999a6c" providerId="ADAL" clId="{00D7C71B-0C45-43CB-855C-6F52634298F2}" dt="2023-02-02T22:00:39.149" v="20" actId="478"/>
          <ac:picMkLst>
            <pc:docMk/>
            <pc:sldMk cId="1546239747" sldId="524"/>
            <ac:picMk id="7" creationId="{A0EBDAD8-89B0-A250-3F1B-0F682DA804DC}"/>
          </ac:picMkLst>
        </pc:picChg>
        <pc:picChg chg="del">
          <ac:chgData name="Carlos Moreira" userId="e5d6a36f-fa0a-4004-9cb6-bb3821999a6c" providerId="ADAL" clId="{00D7C71B-0C45-43CB-855C-6F52634298F2}" dt="2023-02-02T22:00:39.700" v="21" actId="478"/>
          <ac:picMkLst>
            <pc:docMk/>
            <pc:sldMk cId="1546239747" sldId="524"/>
            <ac:picMk id="8" creationId="{1C3FE831-D562-ADF2-B761-B75DCA6AD57A}"/>
          </ac:picMkLst>
        </pc:picChg>
        <pc:picChg chg="del">
          <ac:chgData name="Carlos Moreira" userId="e5d6a36f-fa0a-4004-9cb6-bb3821999a6c" providerId="ADAL" clId="{00D7C71B-0C45-43CB-855C-6F52634298F2}" dt="2023-02-02T22:00:40.167" v="22" actId="478"/>
          <ac:picMkLst>
            <pc:docMk/>
            <pc:sldMk cId="1546239747" sldId="524"/>
            <ac:picMk id="11" creationId="{FBEC4F02-0DAD-F401-8F8A-4F6D73D5CCD7}"/>
          </ac:picMkLst>
        </pc:picChg>
      </pc:sldChg>
      <pc:sldChg chg="addSp delSp modSp mod">
        <pc:chgData name="Carlos Moreira" userId="e5d6a36f-fa0a-4004-9cb6-bb3821999a6c" providerId="ADAL" clId="{00D7C71B-0C45-43CB-855C-6F52634298F2}" dt="2023-02-02T22:27:53.176" v="305" actId="20577"/>
        <pc:sldMkLst>
          <pc:docMk/>
          <pc:sldMk cId="1196396230" sldId="525"/>
        </pc:sldMkLst>
        <pc:spChg chg="mod">
          <ac:chgData name="Carlos Moreira" userId="e5d6a36f-fa0a-4004-9cb6-bb3821999a6c" providerId="ADAL" clId="{00D7C71B-0C45-43CB-855C-6F52634298F2}" dt="2023-02-02T22:01:10.413" v="46" actId="20577"/>
          <ac:spMkLst>
            <pc:docMk/>
            <pc:sldMk cId="1196396230" sldId="525"/>
            <ac:spMk id="9" creationId="{20504549-E32D-4248-A49C-9E524511F98D}"/>
          </ac:spMkLst>
        </pc:spChg>
        <pc:spChg chg="mod">
          <ac:chgData name="Carlos Moreira" userId="e5d6a36f-fa0a-4004-9cb6-bb3821999a6c" providerId="ADAL" clId="{00D7C71B-0C45-43CB-855C-6F52634298F2}" dt="2023-02-02T22:27:53.176" v="305" actId="20577"/>
          <ac:spMkLst>
            <pc:docMk/>
            <pc:sldMk cId="1196396230" sldId="525"/>
            <ac:spMk id="10" creationId="{73FD447A-896F-51A5-C773-651D069C22D0}"/>
          </ac:spMkLst>
        </pc:spChg>
        <pc:spChg chg="mod">
          <ac:chgData name="Carlos Moreira" userId="e5d6a36f-fa0a-4004-9cb6-bb3821999a6c" providerId="ADAL" clId="{00D7C71B-0C45-43CB-855C-6F52634298F2}" dt="2023-02-02T22:27:01.295" v="240" actId="20577"/>
          <ac:spMkLst>
            <pc:docMk/>
            <pc:sldMk cId="1196396230" sldId="525"/>
            <ac:spMk id="16" creationId="{9C6BAA98-15EC-4EF3-B483-EEE0D90D8CBB}"/>
          </ac:spMkLst>
        </pc:spChg>
        <pc:spChg chg="mod">
          <ac:chgData name="Carlos Moreira" userId="e5d6a36f-fa0a-4004-9cb6-bb3821999a6c" providerId="ADAL" clId="{00D7C71B-0C45-43CB-855C-6F52634298F2}" dt="2023-02-02T22:02:52.160" v="166" actId="20577"/>
          <ac:spMkLst>
            <pc:docMk/>
            <pc:sldMk cId="1196396230" sldId="525"/>
            <ac:spMk id="18" creationId="{970694EF-19C0-4CF1-BD60-A925773DD5C8}"/>
          </ac:spMkLst>
        </pc:spChg>
        <pc:picChg chg="add mod">
          <ac:chgData name="Carlos Moreira" userId="e5d6a36f-fa0a-4004-9cb6-bb3821999a6c" providerId="ADAL" clId="{00D7C71B-0C45-43CB-855C-6F52634298F2}" dt="2023-02-02T22:02:27.267" v="60" actId="1076"/>
          <ac:picMkLst>
            <pc:docMk/>
            <pc:sldMk cId="1196396230" sldId="525"/>
            <ac:picMk id="2" creationId="{8BB6D3DE-9D36-EFF9-4095-33977B48069B}"/>
          </ac:picMkLst>
        </pc:picChg>
        <pc:picChg chg="add mod">
          <ac:chgData name="Carlos Moreira" userId="e5d6a36f-fa0a-4004-9cb6-bb3821999a6c" providerId="ADAL" clId="{00D7C71B-0C45-43CB-855C-6F52634298F2}" dt="2023-02-02T22:26:48.068" v="191" actId="14100"/>
          <ac:picMkLst>
            <pc:docMk/>
            <pc:sldMk cId="1196396230" sldId="525"/>
            <ac:picMk id="4" creationId="{D0EA9BA3-F3D7-AD8E-588F-05A8B090B4A6}"/>
          </ac:picMkLst>
        </pc:picChg>
        <pc:picChg chg="del">
          <ac:chgData name="Carlos Moreira" userId="e5d6a36f-fa0a-4004-9cb6-bb3821999a6c" providerId="ADAL" clId="{00D7C71B-0C45-43CB-855C-6F52634298F2}" dt="2023-02-02T22:00:34.094" v="15" actId="478"/>
          <ac:picMkLst>
            <pc:docMk/>
            <pc:sldMk cId="1196396230" sldId="525"/>
            <ac:picMk id="6" creationId="{838A27CE-662F-1298-2589-2D4E364D124C}"/>
          </ac:picMkLst>
        </pc:picChg>
        <pc:picChg chg="del">
          <ac:chgData name="Carlos Moreira" userId="e5d6a36f-fa0a-4004-9cb6-bb3821999a6c" providerId="ADAL" clId="{00D7C71B-0C45-43CB-855C-6F52634298F2}" dt="2023-02-02T22:00:34.832" v="16" actId="478"/>
          <ac:picMkLst>
            <pc:docMk/>
            <pc:sldMk cId="1196396230" sldId="525"/>
            <ac:picMk id="7" creationId="{F8E1C84F-A7C7-C64A-D760-709ED8309336}"/>
          </ac:picMkLst>
        </pc:picChg>
        <pc:picChg chg="del">
          <ac:chgData name="Carlos Moreira" userId="e5d6a36f-fa0a-4004-9cb6-bb3821999a6c" providerId="ADAL" clId="{00D7C71B-0C45-43CB-855C-6F52634298F2}" dt="2023-02-02T22:00:35.492" v="17" actId="478"/>
          <ac:picMkLst>
            <pc:docMk/>
            <pc:sldMk cId="1196396230" sldId="525"/>
            <ac:picMk id="8" creationId="{53BC338C-A527-DCB7-0EB9-1A47A51FA408}"/>
          </ac:picMkLst>
        </pc:picChg>
        <pc:picChg chg="add mod">
          <ac:chgData name="Carlos Moreira" userId="e5d6a36f-fa0a-4004-9cb6-bb3821999a6c" providerId="ADAL" clId="{00D7C71B-0C45-43CB-855C-6F52634298F2}" dt="2023-02-02T22:27:28.010" v="247" actId="14100"/>
          <ac:picMkLst>
            <pc:docMk/>
            <pc:sldMk cId="1196396230" sldId="525"/>
            <ac:picMk id="11" creationId="{77793883-248C-1955-AFEC-EECA268791D9}"/>
          </ac:picMkLst>
        </pc:picChg>
      </pc:sldChg>
      <pc:sldChg chg="addSp delSp modSp add mod">
        <pc:chgData name="Carlos Moreira" userId="e5d6a36f-fa0a-4004-9cb6-bb3821999a6c" providerId="ADAL" clId="{00D7C71B-0C45-43CB-855C-6F52634298F2}" dt="2023-02-02T22:53:48.247" v="950" actId="1076"/>
        <pc:sldMkLst>
          <pc:docMk/>
          <pc:sldMk cId="295329841" sldId="526"/>
        </pc:sldMkLst>
        <pc:spChg chg="mod">
          <ac:chgData name="Carlos Moreira" userId="e5d6a36f-fa0a-4004-9cb6-bb3821999a6c" providerId="ADAL" clId="{00D7C71B-0C45-43CB-855C-6F52634298F2}" dt="2023-02-02T22:53:48.247" v="950" actId="1076"/>
          <ac:spMkLst>
            <pc:docMk/>
            <pc:sldMk cId="295329841" sldId="526"/>
            <ac:spMk id="4" creationId="{510031E1-D585-0B0A-9153-70209FCBE617}"/>
          </ac:spMkLst>
        </pc:spChg>
        <pc:spChg chg="del">
          <ac:chgData name="Carlos Moreira" userId="e5d6a36f-fa0a-4004-9cb6-bb3821999a6c" providerId="ADAL" clId="{00D7C71B-0C45-43CB-855C-6F52634298F2}" dt="2023-02-02T22:53:44.218" v="948" actId="478"/>
          <ac:spMkLst>
            <pc:docMk/>
            <pc:sldMk cId="295329841" sldId="526"/>
            <ac:spMk id="17" creationId="{11858EE9-5329-9975-F5EE-2D156D5F70FC}"/>
          </ac:spMkLst>
        </pc:spChg>
        <pc:spChg chg="mod">
          <ac:chgData name="Carlos Moreira" userId="e5d6a36f-fa0a-4004-9cb6-bb3821999a6c" providerId="ADAL" clId="{00D7C71B-0C45-43CB-855C-6F52634298F2}" dt="2023-02-02T22:53:48.247" v="950" actId="1076"/>
          <ac:spMkLst>
            <pc:docMk/>
            <pc:sldMk cId="295329841" sldId="526"/>
            <ac:spMk id="19" creationId="{C34B936F-E4E7-B29E-33A7-0B467866ED57}"/>
          </ac:spMkLst>
        </pc:spChg>
        <pc:picChg chg="add mod">
          <ac:chgData name="Carlos Moreira" userId="e5d6a36f-fa0a-4004-9cb6-bb3821999a6c" providerId="ADAL" clId="{00D7C71B-0C45-43CB-855C-6F52634298F2}" dt="2023-02-02T22:53:48.247" v="950" actId="1076"/>
          <ac:picMkLst>
            <pc:docMk/>
            <pc:sldMk cId="295329841" sldId="526"/>
            <ac:picMk id="2" creationId="{61A42D46-8B13-EAEB-373C-8FE5B5C36C18}"/>
          </ac:picMkLst>
        </pc:picChg>
        <pc:picChg chg="add mod">
          <ac:chgData name="Carlos Moreira" userId="e5d6a36f-fa0a-4004-9cb6-bb3821999a6c" providerId="ADAL" clId="{00D7C71B-0C45-43CB-855C-6F52634298F2}" dt="2023-02-02T22:53:48.247" v="950" actId="1076"/>
          <ac:picMkLst>
            <pc:docMk/>
            <pc:sldMk cId="295329841" sldId="526"/>
            <ac:picMk id="6" creationId="{C531CBFF-B0A6-1E59-0BD5-C3479D170E35}"/>
          </ac:picMkLst>
        </pc:picChg>
        <pc:picChg chg="del">
          <ac:chgData name="Carlos Moreira" userId="e5d6a36f-fa0a-4004-9cb6-bb3821999a6c" providerId="ADAL" clId="{00D7C71B-0C45-43CB-855C-6F52634298F2}" dt="2023-02-02T22:52:02.927" v="754" actId="478"/>
          <ac:picMkLst>
            <pc:docMk/>
            <pc:sldMk cId="295329841" sldId="526"/>
            <ac:picMk id="12" creationId="{C5FB4251-655E-97BE-60AD-280D562BFB5C}"/>
          </ac:picMkLst>
        </pc:picChg>
        <pc:picChg chg="del">
          <ac:chgData name="Carlos Moreira" userId="e5d6a36f-fa0a-4004-9cb6-bb3821999a6c" providerId="ADAL" clId="{00D7C71B-0C45-43CB-855C-6F52634298F2}" dt="2023-02-02T22:52:02.927" v="754" actId="478"/>
          <ac:picMkLst>
            <pc:docMk/>
            <pc:sldMk cId="295329841" sldId="526"/>
            <ac:picMk id="13" creationId="{9FAF6979-B0D7-D341-F551-F4E481DEA9E6}"/>
          </ac:picMkLst>
        </pc:picChg>
        <pc:picChg chg="del">
          <ac:chgData name="Carlos Moreira" userId="e5d6a36f-fa0a-4004-9cb6-bb3821999a6c" providerId="ADAL" clId="{00D7C71B-0C45-43CB-855C-6F52634298F2}" dt="2023-02-02T22:52:02.927" v="754" actId="478"/>
          <ac:picMkLst>
            <pc:docMk/>
            <pc:sldMk cId="295329841" sldId="526"/>
            <ac:picMk id="14" creationId="{297DF969-DC91-6029-3E40-481499A4DBA2}"/>
          </ac:picMkLst>
        </pc:picChg>
        <pc:picChg chg="del">
          <ac:chgData name="Carlos Moreira" userId="e5d6a36f-fa0a-4004-9cb6-bb3821999a6c" providerId="ADAL" clId="{00D7C71B-0C45-43CB-855C-6F52634298F2}" dt="2023-02-02T22:52:02.927" v="754" actId="478"/>
          <ac:picMkLst>
            <pc:docMk/>
            <pc:sldMk cId="295329841" sldId="526"/>
            <ac:picMk id="16" creationId="{8CD4C2E1-5B41-C19B-A735-929EF63C2BCF}"/>
          </ac:picMkLst>
        </pc:picChg>
      </pc:sldChg>
      <pc:sldChg chg="del">
        <pc:chgData name="Carlos Moreira" userId="e5d6a36f-fa0a-4004-9cb6-bb3821999a6c" providerId="ADAL" clId="{00D7C71B-0C45-43CB-855C-6F52634298F2}" dt="2023-02-02T21:34:05.148" v="8" actId="47"/>
        <pc:sldMkLst>
          <pc:docMk/>
          <pc:sldMk cId="2377387211" sldId="526"/>
        </pc:sldMkLst>
      </pc:sldChg>
    </pc:docChg>
  </pc:docChgLst>
  <pc:docChgLst>
    <pc:chgData name="Carlos Moreira" userId="e5d6a36f-fa0a-4004-9cb6-bb3821999a6c" providerId="ADAL" clId="{9C5F3DDB-835C-4ED9-B8D7-238A10A3BDC9}"/>
    <pc:docChg chg="undo custSel modSld">
      <pc:chgData name="Carlos Moreira" userId="e5d6a36f-fa0a-4004-9cb6-bb3821999a6c" providerId="ADAL" clId="{9C5F3DDB-835C-4ED9-B8D7-238A10A3BDC9}" dt="2023-03-31T20:40:34.882" v="1025" actId="1076"/>
      <pc:docMkLst>
        <pc:docMk/>
      </pc:docMkLst>
      <pc:sldChg chg="modSp mod">
        <pc:chgData name="Carlos Moreira" userId="e5d6a36f-fa0a-4004-9cb6-bb3821999a6c" providerId="ADAL" clId="{9C5F3DDB-835C-4ED9-B8D7-238A10A3BDC9}" dt="2023-03-20T14:32:26.499" v="11" actId="20577"/>
        <pc:sldMkLst>
          <pc:docMk/>
          <pc:sldMk cId="3042202022" sldId="295"/>
        </pc:sldMkLst>
        <pc:spChg chg="mod">
          <ac:chgData name="Carlos Moreira" userId="e5d6a36f-fa0a-4004-9cb6-bb3821999a6c" providerId="ADAL" clId="{9C5F3DDB-835C-4ED9-B8D7-238A10A3BDC9}" dt="2023-03-20T14:32:26.499" v="11" actId="20577"/>
          <ac:spMkLst>
            <pc:docMk/>
            <pc:sldMk cId="3042202022" sldId="295"/>
            <ac:spMk id="31" creationId="{FED41B56-2576-4B6B-83B2-280C7D7B7634}"/>
          </ac:spMkLst>
        </pc:spChg>
      </pc:sldChg>
      <pc:sldChg chg="addSp delSp modSp mod">
        <pc:chgData name="Carlos Moreira" userId="e5d6a36f-fa0a-4004-9cb6-bb3821999a6c" providerId="ADAL" clId="{9C5F3DDB-835C-4ED9-B8D7-238A10A3BDC9}" dt="2023-03-20T15:34:40.131" v="1023" actId="1076"/>
        <pc:sldMkLst>
          <pc:docMk/>
          <pc:sldMk cId="1663769316" sldId="512"/>
        </pc:sldMkLst>
        <pc:spChg chg="mod">
          <ac:chgData name="Carlos Moreira" userId="e5d6a36f-fa0a-4004-9cb6-bb3821999a6c" providerId="ADAL" clId="{9C5F3DDB-835C-4ED9-B8D7-238A10A3BDC9}" dt="2023-03-20T15:34:39.107" v="1022" actId="1076"/>
          <ac:spMkLst>
            <pc:docMk/>
            <pc:sldMk cId="1663769316" sldId="512"/>
            <ac:spMk id="4" creationId="{510031E1-D585-0B0A-9153-70209FCBE617}"/>
          </ac:spMkLst>
        </pc:spChg>
        <pc:spChg chg="mod">
          <ac:chgData name="Carlos Moreira" userId="e5d6a36f-fa0a-4004-9cb6-bb3821999a6c" providerId="ADAL" clId="{9C5F3DDB-835C-4ED9-B8D7-238A10A3BDC9}" dt="2023-03-20T14:53:30.155" v="16" actId="20577"/>
          <ac:spMkLst>
            <pc:docMk/>
            <pc:sldMk cId="1663769316" sldId="512"/>
            <ac:spMk id="9" creationId="{20504549-E32D-4248-A49C-9E524511F98D}"/>
          </ac:spMkLst>
        </pc:spChg>
        <pc:spChg chg="del">
          <ac:chgData name="Carlos Moreira" userId="e5d6a36f-fa0a-4004-9cb6-bb3821999a6c" providerId="ADAL" clId="{9C5F3DDB-835C-4ED9-B8D7-238A10A3BDC9}" dt="2023-03-20T15:12:44.650" v="445" actId="478"/>
          <ac:spMkLst>
            <pc:docMk/>
            <pc:sldMk cId="1663769316" sldId="512"/>
            <ac:spMk id="17" creationId="{11858EE9-5329-9975-F5EE-2D156D5F70FC}"/>
          </ac:spMkLst>
        </pc:spChg>
        <pc:spChg chg="del">
          <ac:chgData name="Carlos Moreira" userId="e5d6a36f-fa0a-4004-9cb6-bb3821999a6c" providerId="ADAL" clId="{9C5F3DDB-835C-4ED9-B8D7-238A10A3BDC9}" dt="2023-03-20T15:12:43.680" v="444" actId="478"/>
          <ac:spMkLst>
            <pc:docMk/>
            <pc:sldMk cId="1663769316" sldId="512"/>
            <ac:spMk id="19" creationId="{C34B936F-E4E7-B29E-33A7-0B467866ED57}"/>
          </ac:spMkLst>
        </pc:spChg>
        <pc:picChg chg="del">
          <ac:chgData name="Carlos Moreira" userId="e5d6a36f-fa0a-4004-9cb6-bb3821999a6c" providerId="ADAL" clId="{9C5F3DDB-835C-4ED9-B8D7-238A10A3BDC9}" dt="2023-03-20T15:11:29.182" v="354" actId="478"/>
          <ac:picMkLst>
            <pc:docMk/>
            <pc:sldMk cId="1663769316" sldId="512"/>
            <ac:picMk id="2" creationId="{8E6D0194-BF0D-28D4-30BB-A1A21B5D8A1B}"/>
          </ac:picMkLst>
        </pc:picChg>
        <pc:picChg chg="del mod">
          <ac:chgData name="Carlos Moreira" userId="e5d6a36f-fa0a-4004-9cb6-bb3821999a6c" providerId="ADAL" clId="{9C5F3DDB-835C-4ED9-B8D7-238A10A3BDC9}" dt="2023-03-20T15:12:40.854" v="442" actId="478"/>
          <ac:picMkLst>
            <pc:docMk/>
            <pc:sldMk cId="1663769316" sldId="512"/>
            <ac:picMk id="6" creationId="{038FFC38-03A0-0CE4-84BB-38C06F1B982B}"/>
          </ac:picMkLst>
        </pc:picChg>
        <pc:picChg chg="del mod">
          <ac:chgData name="Carlos Moreira" userId="e5d6a36f-fa0a-4004-9cb6-bb3821999a6c" providerId="ADAL" clId="{9C5F3DDB-835C-4ED9-B8D7-238A10A3BDC9}" dt="2023-03-20T15:12:41.799" v="443" actId="478"/>
          <ac:picMkLst>
            <pc:docMk/>
            <pc:sldMk cId="1663769316" sldId="512"/>
            <ac:picMk id="7" creationId="{94302626-E150-1378-6E7E-60BDFF83D893}"/>
          </ac:picMkLst>
        </pc:picChg>
        <pc:picChg chg="add mod">
          <ac:chgData name="Carlos Moreira" userId="e5d6a36f-fa0a-4004-9cb6-bb3821999a6c" providerId="ADAL" clId="{9C5F3DDB-835C-4ED9-B8D7-238A10A3BDC9}" dt="2023-03-20T15:34:40.131" v="1023" actId="1076"/>
          <ac:picMkLst>
            <pc:docMk/>
            <pc:sldMk cId="1663769316" sldId="512"/>
            <ac:picMk id="8" creationId="{33C94316-5A60-8171-B79B-2F81756227B9}"/>
          </ac:picMkLst>
        </pc:picChg>
      </pc:sldChg>
      <pc:sldChg chg="addSp delSp modSp mod">
        <pc:chgData name="Carlos Moreira" userId="e5d6a36f-fa0a-4004-9cb6-bb3821999a6c" providerId="ADAL" clId="{9C5F3DDB-835C-4ED9-B8D7-238A10A3BDC9}" dt="2023-03-20T15:16:29.783" v="647" actId="1076"/>
        <pc:sldMkLst>
          <pc:docMk/>
          <pc:sldMk cId="1170610028" sldId="513"/>
        </pc:sldMkLst>
        <pc:spChg chg="del">
          <ac:chgData name="Carlos Moreira" userId="e5d6a36f-fa0a-4004-9cb6-bb3821999a6c" providerId="ADAL" clId="{9C5F3DDB-835C-4ED9-B8D7-238A10A3BDC9}" dt="2023-03-20T15:12:51.609" v="446" actId="478"/>
          <ac:spMkLst>
            <pc:docMk/>
            <pc:sldMk cId="1170610028" sldId="513"/>
            <ac:spMk id="2" creationId="{7046F3F6-7F72-B3B9-4CE3-9DB2B5762B55}"/>
          </ac:spMkLst>
        </pc:spChg>
        <pc:spChg chg="add mod">
          <ac:chgData name="Carlos Moreira" userId="e5d6a36f-fa0a-4004-9cb6-bb3821999a6c" providerId="ADAL" clId="{9C5F3DDB-835C-4ED9-B8D7-238A10A3BDC9}" dt="2023-03-20T15:16:26.670" v="646" actId="20577"/>
          <ac:spMkLst>
            <pc:docMk/>
            <pc:sldMk cId="1170610028" sldId="513"/>
            <ac:spMk id="6" creationId="{F066656A-D16A-164B-499F-96682184787C}"/>
          </ac:spMkLst>
        </pc:spChg>
        <pc:spChg chg="mod">
          <ac:chgData name="Carlos Moreira" userId="e5d6a36f-fa0a-4004-9cb6-bb3821999a6c" providerId="ADAL" clId="{9C5F3DDB-835C-4ED9-B8D7-238A10A3BDC9}" dt="2023-03-20T14:53:48.899" v="39" actId="20577"/>
          <ac:spMkLst>
            <pc:docMk/>
            <pc:sldMk cId="1170610028" sldId="513"/>
            <ac:spMk id="9" creationId="{20504549-E32D-4248-A49C-9E524511F98D}"/>
          </ac:spMkLst>
        </pc:spChg>
        <pc:picChg chg="add mod">
          <ac:chgData name="Carlos Moreira" userId="e5d6a36f-fa0a-4004-9cb6-bb3821999a6c" providerId="ADAL" clId="{9C5F3DDB-835C-4ED9-B8D7-238A10A3BDC9}" dt="2023-03-20T15:16:29.783" v="647" actId="1076"/>
          <ac:picMkLst>
            <pc:docMk/>
            <pc:sldMk cId="1170610028" sldId="513"/>
            <ac:picMk id="4" creationId="{92F516BD-EDAE-C6C2-FBE7-40BA609502AD}"/>
          </ac:picMkLst>
        </pc:picChg>
      </pc:sldChg>
      <pc:sldChg chg="addSp delSp modSp mod">
        <pc:chgData name="Carlos Moreira" userId="e5d6a36f-fa0a-4004-9cb6-bb3821999a6c" providerId="ADAL" clId="{9C5F3DDB-835C-4ED9-B8D7-238A10A3BDC9}" dt="2023-03-31T20:40:34.882" v="1025" actId="1076"/>
        <pc:sldMkLst>
          <pc:docMk/>
          <pc:sldMk cId="1315261602" sldId="514"/>
        </pc:sldMkLst>
        <pc:spChg chg="del">
          <ac:chgData name="Carlos Moreira" userId="e5d6a36f-fa0a-4004-9cb6-bb3821999a6c" providerId="ADAL" clId="{9C5F3DDB-835C-4ED9-B8D7-238A10A3BDC9}" dt="2023-03-20T15:21:13.936" v="656" actId="478"/>
          <ac:spMkLst>
            <pc:docMk/>
            <pc:sldMk cId="1315261602" sldId="514"/>
            <ac:spMk id="7" creationId="{CC5486EF-AC48-59BD-8630-2BE180633998}"/>
          </ac:spMkLst>
        </pc:spChg>
        <pc:spChg chg="add del mod">
          <ac:chgData name="Carlos Moreira" userId="e5d6a36f-fa0a-4004-9cb6-bb3821999a6c" providerId="ADAL" clId="{9C5F3DDB-835C-4ED9-B8D7-238A10A3BDC9}" dt="2023-03-31T20:40:34.882" v="1025" actId="1076"/>
          <ac:spMkLst>
            <pc:docMk/>
            <pc:sldMk cId="1315261602" sldId="514"/>
            <ac:spMk id="8" creationId="{8835BFE8-894E-B77F-34C3-C7DE3B37BFC3}"/>
          </ac:spMkLst>
        </pc:spChg>
        <pc:spChg chg="mod">
          <ac:chgData name="Carlos Moreira" userId="e5d6a36f-fa0a-4004-9cb6-bb3821999a6c" providerId="ADAL" clId="{9C5F3DDB-835C-4ED9-B8D7-238A10A3BDC9}" dt="2023-03-20T14:53:59.682" v="49" actId="20577"/>
          <ac:spMkLst>
            <pc:docMk/>
            <pc:sldMk cId="1315261602" sldId="514"/>
            <ac:spMk id="9" creationId="{20504549-E32D-4248-A49C-9E524511F98D}"/>
          </ac:spMkLst>
        </pc:spChg>
        <pc:picChg chg="del mod">
          <ac:chgData name="Carlos Moreira" userId="e5d6a36f-fa0a-4004-9cb6-bb3821999a6c" providerId="ADAL" clId="{9C5F3DDB-835C-4ED9-B8D7-238A10A3BDC9}" dt="2023-03-20T15:21:12.205" v="655" actId="478"/>
          <ac:picMkLst>
            <pc:docMk/>
            <pc:sldMk cId="1315261602" sldId="514"/>
            <ac:picMk id="2" creationId="{C1617D0C-EA97-F844-28FF-7EEE1A36F170}"/>
          </ac:picMkLst>
        </pc:picChg>
        <pc:picChg chg="add del mod">
          <ac:chgData name="Carlos Moreira" userId="e5d6a36f-fa0a-4004-9cb6-bb3821999a6c" providerId="ADAL" clId="{9C5F3DDB-835C-4ED9-B8D7-238A10A3BDC9}" dt="2023-03-20T15:33:15.977" v="1012" actId="1076"/>
          <ac:picMkLst>
            <pc:docMk/>
            <pc:sldMk cId="1315261602" sldId="514"/>
            <ac:picMk id="4" creationId="{79E86E0B-B5A0-D295-5406-1498B5BDA3AA}"/>
          </ac:picMkLst>
        </pc:picChg>
      </pc:sldChg>
      <pc:sldChg chg="modSp mod">
        <pc:chgData name="Carlos Moreira" userId="e5d6a36f-fa0a-4004-9cb6-bb3821999a6c" providerId="ADAL" clId="{9C5F3DDB-835C-4ED9-B8D7-238A10A3BDC9}" dt="2023-03-20T14:53:40.940" v="31" actId="20577"/>
        <pc:sldMkLst>
          <pc:docMk/>
          <pc:sldMk cId="1029446250" sldId="515"/>
        </pc:sldMkLst>
        <pc:spChg chg="mod">
          <ac:chgData name="Carlos Moreira" userId="e5d6a36f-fa0a-4004-9cb6-bb3821999a6c" providerId="ADAL" clId="{9C5F3DDB-835C-4ED9-B8D7-238A10A3BDC9}" dt="2023-03-20T14:53:40.940" v="31" actId="20577"/>
          <ac:spMkLst>
            <pc:docMk/>
            <pc:sldMk cId="1029446250" sldId="515"/>
            <ac:spMk id="9" creationId="{20504549-E32D-4248-A49C-9E524511F98D}"/>
          </ac:spMkLst>
        </pc:spChg>
      </pc:sldChg>
      <pc:sldChg chg="addSp delSp modSp mod">
        <pc:chgData name="Carlos Moreira" userId="e5d6a36f-fa0a-4004-9cb6-bb3821999a6c" providerId="ADAL" clId="{9C5F3DDB-835C-4ED9-B8D7-238A10A3BDC9}" dt="2023-03-20T15:34:03.738" v="1014"/>
        <pc:sldMkLst>
          <pc:docMk/>
          <pc:sldMk cId="1546239747" sldId="524"/>
        </pc:sldMkLst>
        <pc:spChg chg="add mod">
          <ac:chgData name="Carlos Moreira" userId="e5d6a36f-fa0a-4004-9cb6-bb3821999a6c" providerId="ADAL" clId="{9C5F3DDB-835C-4ED9-B8D7-238A10A3BDC9}" dt="2023-03-20T15:34:03.738" v="1014"/>
          <ac:spMkLst>
            <pc:docMk/>
            <pc:sldMk cId="1546239747" sldId="524"/>
            <ac:spMk id="2" creationId="{EFDBBC51-B746-F9D1-C4A7-40E3D90C2A4D}"/>
          </ac:spMkLst>
        </pc:spChg>
        <pc:spChg chg="mod">
          <ac:chgData name="Carlos Moreira" userId="e5d6a36f-fa0a-4004-9cb6-bb3821999a6c" providerId="ADAL" clId="{9C5F3DDB-835C-4ED9-B8D7-238A10A3BDC9}" dt="2023-03-20T14:54:05.584" v="54" actId="20577"/>
          <ac:spMkLst>
            <pc:docMk/>
            <pc:sldMk cId="1546239747" sldId="524"/>
            <ac:spMk id="9" creationId="{20504549-E32D-4248-A49C-9E524511F98D}"/>
          </ac:spMkLst>
        </pc:spChg>
        <pc:spChg chg="del">
          <ac:chgData name="Carlos Moreira" userId="e5d6a36f-fa0a-4004-9cb6-bb3821999a6c" providerId="ADAL" clId="{9C5F3DDB-835C-4ED9-B8D7-238A10A3BDC9}" dt="2023-03-20T15:21:19.422" v="659" actId="478"/>
          <ac:spMkLst>
            <pc:docMk/>
            <pc:sldMk cId="1546239747" sldId="524"/>
            <ac:spMk id="15" creationId="{F3D58166-27DA-4D5E-A63E-2AC9476A6430}"/>
          </ac:spMkLst>
        </pc:spChg>
        <pc:picChg chg="del mod">
          <ac:chgData name="Carlos Moreira" userId="e5d6a36f-fa0a-4004-9cb6-bb3821999a6c" providerId="ADAL" clId="{9C5F3DDB-835C-4ED9-B8D7-238A10A3BDC9}" dt="2023-03-20T15:21:16.547" v="658" actId="478"/>
          <ac:picMkLst>
            <pc:docMk/>
            <pc:sldMk cId="1546239747" sldId="524"/>
            <ac:picMk id="7" creationId="{09CDDFD1-826B-9070-D778-8B8BF4A19300}"/>
          </ac:picMkLst>
        </pc:picChg>
      </pc:sldChg>
      <pc:sldChg chg="addSp delSp modSp mod">
        <pc:chgData name="Carlos Moreira" userId="e5d6a36f-fa0a-4004-9cb6-bb3821999a6c" providerId="ADAL" clId="{9C5F3DDB-835C-4ED9-B8D7-238A10A3BDC9}" dt="2023-03-31T20:36:55.102" v="1024" actId="15"/>
        <pc:sldMkLst>
          <pc:docMk/>
          <pc:sldMk cId="1196396230" sldId="525"/>
        </pc:sldMkLst>
        <pc:spChg chg="mod">
          <ac:chgData name="Carlos Moreira" userId="e5d6a36f-fa0a-4004-9cb6-bb3821999a6c" providerId="ADAL" clId="{9C5F3DDB-835C-4ED9-B8D7-238A10A3BDC9}" dt="2023-03-20T14:53:54.150" v="44" actId="20577"/>
          <ac:spMkLst>
            <pc:docMk/>
            <pc:sldMk cId="1196396230" sldId="525"/>
            <ac:spMk id="9" creationId="{20504549-E32D-4248-A49C-9E524511F98D}"/>
          </ac:spMkLst>
        </pc:spChg>
        <pc:spChg chg="mod">
          <ac:chgData name="Carlos Moreira" userId="e5d6a36f-fa0a-4004-9cb6-bb3821999a6c" providerId="ADAL" clId="{9C5F3DDB-835C-4ED9-B8D7-238A10A3BDC9}" dt="2023-03-20T15:08:00.121" v="353" actId="20577"/>
          <ac:spMkLst>
            <pc:docMk/>
            <pc:sldMk cId="1196396230" sldId="525"/>
            <ac:spMk id="10" creationId="{73FD447A-896F-51A5-C773-651D069C22D0}"/>
          </ac:spMkLst>
        </pc:spChg>
        <pc:spChg chg="mod">
          <ac:chgData name="Carlos Moreira" userId="e5d6a36f-fa0a-4004-9cb6-bb3821999a6c" providerId="ADAL" clId="{9C5F3DDB-835C-4ED9-B8D7-238A10A3BDC9}" dt="2023-03-31T20:36:55.102" v="1024" actId="15"/>
          <ac:spMkLst>
            <pc:docMk/>
            <pc:sldMk cId="1196396230" sldId="525"/>
            <ac:spMk id="16" creationId="{9C6BAA98-15EC-4EF3-B483-EEE0D90D8CBB}"/>
          </ac:spMkLst>
        </pc:spChg>
        <pc:spChg chg="mod">
          <ac:chgData name="Carlos Moreira" userId="e5d6a36f-fa0a-4004-9cb6-bb3821999a6c" providerId="ADAL" clId="{9C5F3DDB-835C-4ED9-B8D7-238A10A3BDC9}" dt="2023-03-20T15:01:22.291" v="169" actId="20577"/>
          <ac:spMkLst>
            <pc:docMk/>
            <pc:sldMk cId="1196396230" sldId="525"/>
            <ac:spMk id="18" creationId="{970694EF-19C0-4CF1-BD60-A925773DD5C8}"/>
          </ac:spMkLst>
        </pc:spChg>
        <pc:picChg chg="add mod">
          <ac:chgData name="Carlos Moreira" userId="e5d6a36f-fa0a-4004-9cb6-bb3821999a6c" providerId="ADAL" clId="{9C5F3DDB-835C-4ED9-B8D7-238A10A3BDC9}" dt="2023-03-20T15:00:57.071" v="153" actId="1076"/>
          <ac:picMkLst>
            <pc:docMk/>
            <pc:sldMk cId="1196396230" sldId="525"/>
            <ac:picMk id="2" creationId="{024679D2-3C52-777A-DB6E-8908C3BF5021}"/>
          </ac:picMkLst>
        </pc:picChg>
        <pc:picChg chg="add mod">
          <ac:chgData name="Carlos Moreira" userId="e5d6a36f-fa0a-4004-9cb6-bb3821999a6c" providerId="ADAL" clId="{9C5F3DDB-835C-4ED9-B8D7-238A10A3BDC9}" dt="2023-03-20T15:03:19.103" v="172" actId="1076"/>
          <ac:picMkLst>
            <pc:docMk/>
            <pc:sldMk cId="1196396230" sldId="525"/>
            <ac:picMk id="4" creationId="{45B89FC0-236B-DF36-A3DA-E74CEB0A7EFC}"/>
          </ac:picMkLst>
        </pc:picChg>
        <pc:picChg chg="del">
          <ac:chgData name="Carlos Moreira" userId="e5d6a36f-fa0a-4004-9cb6-bb3821999a6c" providerId="ADAL" clId="{9C5F3DDB-835C-4ED9-B8D7-238A10A3BDC9}" dt="2023-03-20T14:59:19.745" v="65" actId="478"/>
          <ac:picMkLst>
            <pc:docMk/>
            <pc:sldMk cId="1196396230" sldId="525"/>
            <ac:picMk id="6" creationId="{183BF181-F178-6F44-2109-41A4BD6FCCAE}"/>
          </ac:picMkLst>
        </pc:picChg>
        <pc:picChg chg="del">
          <ac:chgData name="Carlos Moreira" userId="e5d6a36f-fa0a-4004-9cb6-bb3821999a6c" providerId="ADAL" clId="{9C5F3DDB-835C-4ED9-B8D7-238A10A3BDC9}" dt="2023-03-20T14:59:19.745" v="65" actId="478"/>
          <ac:picMkLst>
            <pc:docMk/>
            <pc:sldMk cId="1196396230" sldId="525"/>
            <ac:picMk id="7" creationId="{EEF750E9-9E10-66B5-4729-9B714967F54D}"/>
          </ac:picMkLst>
        </pc:picChg>
        <pc:picChg chg="del mod">
          <ac:chgData name="Carlos Moreira" userId="e5d6a36f-fa0a-4004-9cb6-bb3821999a6c" providerId="ADAL" clId="{9C5F3DDB-835C-4ED9-B8D7-238A10A3BDC9}" dt="2023-03-20T14:59:21.862" v="67" actId="478"/>
          <ac:picMkLst>
            <pc:docMk/>
            <pc:sldMk cId="1196396230" sldId="525"/>
            <ac:picMk id="8" creationId="{EFB5A504-87A4-B9DC-755A-52B3147EE3F1}"/>
          </ac:picMkLst>
        </pc:picChg>
        <pc:picChg chg="add mod">
          <ac:chgData name="Carlos Moreira" userId="e5d6a36f-fa0a-4004-9cb6-bb3821999a6c" providerId="ADAL" clId="{9C5F3DDB-835C-4ED9-B8D7-238A10A3BDC9}" dt="2023-03-20T15:05:22.740" v="235" actId="1076"/>
          <ac:picMkLst>
            <pc:docMk/>
            <pc:sldMk cId="1196396230" sldId="525"/>
            <ac:picMk id="11" creationId="{EBB70C14-3903-7214-F993-3C65108D1E62}"/>
          </ac:picMkLst>
        </pc:picChg>
        <pc:picChg chg="del">
          <ac:chgData name="Carlos Moreira" userId="e5d6a36f-fa0a-4004-9cb6-bb3821999a6c" providerId="ADAL" clId="{9C5F3DDB-835C-4ED9-B8D7-238A10A3BDC9}" dt="2023-03-20T14:59:19.745" v="65" actId="478"/>
          <ac:picMkLst>
            <pc:docMk/>
            <pc:sldMk cId="1196396230" sldId="525"/>
            <ac:picMk id="13" creationId="{A27E25E5-25E8-E0FD-54CD-3A6559EBEEA3}"/>
          </ac:picMkLst>
        </pc:picChg>
      </pc:sldChg>
      <pc:sldChg chg="addSp delSp modSp mod">
        <pc:chgData name="Carlos Moreira" userId="e5d6a36f-fa0a-4004-9cb6-bb3821999a6c" providerId="ADAL" clId="{9C5F3DDB-835C-4ED9-B8D7-238A10A3BDC9}" dt="2023-03-20T15:34:05.142" v="1015"/>
        <pc:sldMkLst>
          <pc:docMk/>
          <pc:sldMk cId="3755499940" sldId="526"/>
        </pc:sldMkLst>
        <pc:spChg chg="del">
          <ac:chgData name="Carlos Moreira" userId="e5d6a36f-fa0a-4004-9cb6-bb3821999a6c" providerId="ADAL" clId="{9C5F3DDB-835C-4ED9-B8D7-238A10A3BDC9}" dt="2023-03-20T15:21:23.746" v="661" actId="478"/>
          <ac:spMkLst>
            <pc:docMk/>
            <pc:sldMk cId="3755499940" sldId="526"/>
            <ac:spMk id="4" creationId="{510031E1-D585-0B0A-9153-70209FCBE617}"/>
          </ac:spMkLst>
        </pc:spChg>
        <pc:spChg chg="add mod">
          <ac:chgData name="Carlos Moreira" userId="e5d6a36f-fa0a-4004-9cb6-bb3821999a6c" providerId="ADAL" clId="{9C5F3DDB-835C-4ED9-B8D7-238A10A3BDC9}" dt="2023-03-20T15:34:05.142" v="1015"/>
          <ac:spMkLst>
            <pc:docMk/>
            <pc:sldMk cId="3755499940" sldId="526"/>
            <ac:spMk id="6" creationId="{0B271C48-8B6C-B17E-D29D-512695B49053}"/>
          </ac:spMkLst>
        </pc:spChg>
        <pc:spChg chg="mod">
          <ac:chgData name="Carlos Moreira" userId="e5d6a36f-fa0a-4004-9cb6-bb3821999a6c" providerId="ADAL" clId="{9C5F3DDB-835C-4ED9-B8D7-238A10A3BDC9}" dt="2023-03-20T14:54:13.037" v="59" actId="20577"/>
          <ac:spMkLst>
            <pc:docMk/>
            <pc:sldMk cId="3755499940" sldId="526"/>
            <ac:spMk id="9" creationId="{20504549-E32D-4248-A49C-9E524511F98D}"/>
          </ac:spMkLst>
        </pc:spChg>
        <pc:picChg chg="del">
          <ac:chgData name="Carlos Moreira" userId="e5d6a36f-fa0a-4004-9cb6-bb3821999a6c" providerId="ADAL" clId="{9C5F3DDB-835C-4ED9-B8D7-238A10A3BDC9}" dt="2023-03-20T15:21:22.600" v="660" actId="478"/>
          <ac:picMkLst>
            <pc:docMk/>
            <pc:sldMk cId="3755499940" sldId="526"/>
            <ac:picMk id="2" creationId="{7CF4B5BD-E6F6-E1A3-0968-C821FA3D20C4}"/>
          </ac:picMkLst>
        </pc:picChg>
      </pc:sldChg>
      <pc:sldChg chg="addSp delSp modSp mod">
        <pc:chgData name="Carlos Moreira" userId="e5d6a36f-fa0a-4004-9cb6-bb3821999a6c" providerId="ADAL" clId="{9C5F3DDB-835C-4ED9-B8D7-238A10A3BDC9}" dt="2023-03-20T15:32:37.209" v="960" actId="20577"/>
        <pc:sldMkLst>
          <pc:docMk/>
          <pc:sldMk cId="952581240" sldId="527"/>
        </pc:sldMkLst>
        <pc:spChg chg="del">
          <ac:chgData name="Carlos Moreira" userId="e5d6a36f-fa0a-4004-9cb6-bb3821999a6c" providerId="ADAL" clId="{9C5F3DDB-835C-4ED9-B8D7-238A10A3BDC9}" dt="2023-03-20T15:21:27.066" v="664" actId="478"/>
          <ac:spMkLst>
            <pc:docMk/>
            <pc:sldMk cId="952581240" sldId="527"/>
            <ac:spMk id="4" creationId="{510031E1-D585-0B0A-9153-70209FCBE617}"/>
          </ac:spMkLst>
        </pc:spChg>
        <pc:spChg chg="add del mod">
          <ac:chgData name="Carlos Moreira" userId="e5d6a36f-fa0a-4004-9cb6-bb3821999a6c" providerId="ADAL" clId="{9C5F3DDB-835C-4ED9-B8D7-238A10A3BDC9}" dt="2023-03-20T15:31:41.998" v="915" actId="1076"/>
          <ac:spMkLst>
            <pc:docMk/>
            <pc:sldMk cId="952581240" sldId="527"/>
            <ac:spMk id="6" creationId="{DBFCEFA5-31DD-CFC4-F846-BFA2305D041D}"/>
          </ac:spMkLst>
        </pc:spChg>
        <pc:spChg chg="mod">
          <ac:chgData name="Carlos Moreira" userId="e5d6a36f-fa0a-4004-9cb6-bb3821999a6c" providerId="ADAL" clId="{9C5F3DDB-835C-4ED9-B8D7-238A10A3BDC9}" dt="2023-03-20T14:54:18.886" v="64" actId="20577"/>
          <ac:spMkLst>
            <pc:docMk/>
            <pc:sldMk cId="952581240" sldId="527"/>
            <ac:spMk id="9" creationId="{20504549-E32D-4248-A49C-9E524511F98D}"/>
          </ac:spMkLst>
        </pc:spChg>
        <pc:spChg chg="add mod">
          <ac:chgData name="Carlos Moreira" userId="e5d6a36f-fa0a-4004-9cb6-bb3821999a6c" providerId="ADAL" clId="{9C5F3DDB-835C-4ED9-B8D7-238A10A3BDC9}" dt="2023-03-20T15:32:37.209" v="960" actId="20577"/>
          <ac:spMkLst>
            <pc:docMk/>
            <pc:sldMk cId="952581240" sldId="527"/>
            <ac:spMk id="10" creationId="{5A8F5A9D-86AF-FB8F-B8D7-451CDEFE0A70}"/>
          </ac:spMkLst>
        </pc:spChg>
        <pc:picChg chg="add del mod">
          <ac:chgData name="Carlos Moreira" userId="e5d6a36f-fa0a-4004-9cb6-bb3821999a6c" providerId="ADAL" clId="{9C5F3DDB-835C-4ED9-B8D7-238A10A3BDC9}" dt="2023-03-20T15:31:17.907" v="906" actId="1076"/>
          <ac:picMkLst>
            <pc:docMk/>
            <pc:sldMk cId="952581240" sldId="527"/>
            <ac:picMk id="2" creationId="{1C47B22D-143B-ADAC-E0B1-D4BAFA344D78}"/>
          </ac:picMkLst>
        </pc:picChg>
        <pc:picChg chg="del mod">
          <ac:chgData name="Carlos Moreira" userId="e5d6a36f-fa0a-4004-9cb6-bb3821999a6c" providerId="ADAL" clId="{9C5F3DDB-835C-4ED9-B8D7-238A10A3BDC9}" dt="2023-03-20T15:21:25.515" v="663" actId="478"/>
          <ac:picMkLst>
            <pc:docMk/>
            <pc:sldMk cId="952581240" sldId="527"/>
            <ac:picMk id="7" creationId="{8ACE7A45-29C6-81FE-D940-82B5882028CF}"/>
          </ac:picMkLst>
        </pc:picChg>
        <pc:picChg chg="add mod">
          <ac:chgData name="Carlos Moreira" userId="e5d6a36f-fa0a-4004-9cb6-bb3821999a6c" providerId="ADAL" clId="{9C5F3DDB-835C-4ED9-B8D7-238A10A3BDC9}" dt="2023-03-20T15:32:14.105" v="938" actId="1076"/>
          <ac:picMkLst>
            <pc:docMk/>
            <pc:sldMk cId="952581240" sldId="527"/>
            <ac:picMk id="8" creationId="{F2CF2329-8B5B-57F0-BAB3-7DB93291FAD2}"/>
          </ac:picMkLst>
        </pc:picChg>
      </pc:sldChg>
      <pc:sldChg chg="addSp delSp modSp mod">
        <pc:chgData name="Carlos Moreira" userId="e5d6a36f-fa0a-4004-9cb6-bb3821999a6c" providerId="ADAL" clId="{9C5F3DDB-835C-4ED9-B8D7-238A10A3BDC9}" dt="2023-03-20T15:17:00.608" v="653"/>
        <pc:sldMkLst>
          <pc:docMk/>
          <pc:sldMk cId="2482909022" sldId="528"/>
        </pc:sldMkLst>
        <pc:spChg chg="add mod">
          <ac:chgData name="Carlos Moreira" userId="e5d6a36f-fa0a-4004-9cb6-bb3821999a6c" providerId="ADAL" clId="{9C5F3DDB-835C-4ED9-B8D7-238A10A3BDC9}" dt="2023-03-20T15:17:00.608" v="653"/>
          <ac:spMkLst>
            <pc:docMk/>
            <pc:sldMk cId="2482909022" sldId="528"/>
            <ac:spMk id="2" creationId="{DD00EC4A-427F-C8B9-A3EC-0F248A88AF9F}"/>
          </ac:spMkLst>
        </pc:spChg>
        <pc:spChg chg="del">
          <ac:chgData name="Carlos Moreira" userId="e5d6a36f-fa0a-4004-9cb6-bb3821999a6c" providerId="ADAL" clId="{9C5F3DDB-835C-4ED9-B8D7-238A10A3BDC9}" dt="2023-03-20T15:16:55.858" v="652" actId="478"/>
          <ac:spMkLst>
            <pc:docMk/>
            <pc:sldMk cId="2482909022" sldId="528"/>
            <ac:spMk id="4" creationId="{510031E1-D585-0B0A-9153-70209FCBE617}"/>
          </ac:spMkLst>
        </pc:spChg>
        <pc:spChg chg="mod">
          <ac:chgData name="Carlos Moreira" userId="e5d6a36f-fa0a-4004-9cb6-bb3821999a6c" providerId="ADAL" clId="{9C5F3DDB-835C-4ED9-B8D7-238A10A3BDC9}" dt="2023-03-20T14:53:35.624" v="21" actId="20577"/>
          <ac:spMkLst>
            <pc:docMk/>
            <pc:sldMk cId="2482909022" sldId="528"/>
            <ac:spMk id="9" creationId="{20504549-E32D-4248-A49C-9E524511F98D}"/>
          </ac:spMkLst>
        </pc:spChg>
        <pc:picChg chg="del mod">
          <ac:chgData name="Carlos Moreira" userId="e5d6a36f-fa0a-4004-9cb6-bb3821999a6c" providerId="ADAL" clId="{9C5F3DDB-835C-4ED9-B8D7-238A10A3BDC9}" dt="2023-03-20T15:16:53.001" v="651" actId="478"/>
          <ac:picMkLst>
            <pc:docMk/>
            <pc:sldMk cId="2482909022" sldId="528"/>
            <ac:picMk id="10" creationId="{5779CE91-E09D-3FE8-D92C-450FB941A6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38AB7-EC68-40E4-A810-F216D53BC9A4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E3AF2-62B0-4ABA-B142-8FF60019C7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746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04845-ADF9-43B7-A441-2DA6111F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3C1123-58BD-47B4-A977-4051313B4806}" type="datetime1">
              <a:rPr lang="es-PE" smtClean="0"/>
              <a:t>1/09/2026</a:t>
            </a:fld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C9BEB4-4A04-48C9-912B-58FE0DAB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316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117248-D02E-40D9-B4E2-D83F7BC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AB33D4-64A1-4B0F-A708-47BEC3315CB0}" type="datetime1">
              <a:rPr lang="es-PE" smtClean="0"/>
              <a:t>1/09/2026</a:t>
            </a:fld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7F030F-577B-413A-8FFA-B1B9DA23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2" name="Título 10">
            <a:extLst>
              <a:ext uri="{FF2B5EF4-FFF2-40B4-BE49-F238E27FC236}">
                <a16:creationId xmlns:a16="http://schemas.microsoft.com/office/drawing/2014/main" id="{BF6BADF5-BFEA-47FA-B0EA-FBE9487D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37" y="359670"/>
            <a:ext cx="8925916" cy="39003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84EAE"/>
                </a:solidFill>
                <a:latin typeface="+mn-lt"/>
              </a:defRPr>
            </a:lvl1pPr>
          </a:lstStyle>
          <a:p>
            <a:endParaRPr lang="es-PE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D5AF6480-E82D-4375-AA32-094B6A867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36" y="783443"/>
            <a:ext cx="7533128" cy="28755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432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E465E8D-4FC2-4238-88DC-955D86FBD188}"/>
              </a:ext>
            </a:extLst>
          </p:cNvPr>
          <p:cNvSpPr/>
          <p:nvPr userDrawn="1"/>
        </p:nvSpPr>
        <p:spPr>
          <a:xfrm>
            <a:off x="-2798" y="0"/>
            <a:ext cx="12194799" cy="6858000"/>
          </a:xfrm>
          <a:prstGeom prst="rect">
            <a:avLst/>
          </a:prstGeom>
          <a:solidFill>
            <a:srgbClr val="0648A2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square" lIns="50800" tIns="50800" rIns="50800" bIns="50800" spcCol="38100" anchor="ctr">
            <a:noAutofit/>
          </a:bodyPr>
          <a:lstStyle/>
          <a:p>
            <a:pPr algn="ctr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s-ES" sz="3200" kern="0" dirty="0">
              <a:solidFill>
                <a:srgbClr val="FFFFFF"/>
              </a:solidFill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3EDB46-7567-494F-B51E-3C6A190E3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4256"/>
            <a:ext cx="9144000" cy="2746524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BB1F8F-A5C5-49F9-8A9B-0895F92A7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7014"/>
            <a:ext cx="9144000" cy="719807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10FC53-8C18-482A-9ADE-844C0CEB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AB296B-37B2-4CB2-8119-F573BF96E2E9}" type="datetime1">
              <a:rPr lang="es-PE" smtClean="0"/>
              <a:t>1/09/2026</a:t>
            </a:fld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683E45-07EC-409A-9A37-DAB2E1EC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14" name="Agrupar 4">
            <a:extLst>
              <a:ext uri="{FF2B5EF4-FFF2-40B4-BE49-F238E27FC236}">
                <a16:creationId xmlns:a16="http://schemas.microsoft.com/office/drawing/2014/main" id="{08A3E0AA-641B-45CC-A4B9-D2104B1D171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463190" y="6412648"/>
            <a:ext cx="1065948" cy="260703"/>
            <a:chOff x="10889110" y="10333384"/>
            <a:chExt cx="1902267" cy="464901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97E895E7-AC88-4AA5-A836-1E44AF5F66B9}"/>
                </a:ext>
              </a:extLst>
            </p:cNvPr>
            <p:cNvSpPr/>
            <p:nvPr/>
          </p:nvSpPr>
          <p:spPr>
            <a:xfrm>
              <a:off x="11634244" y="10333384"/>
              <a:ext cx="453577" cy="464901"/>
            </a:xfrm>
            <a:prstGeom prst="ellipse">
              <a:avLst/>
            </a:prstGeom>
            <a:solidFill>
              <a:srgbClr val="DA236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E88CC5A-644C-47E2-96C6-F98E97190E1F}"/>
                </a:ext>
              </a:extLst>
            </p:cNvPr>
            <p:cNvSpPr/>
            <p:nvPr/>
          </p:nvSpPr>
          <p:spPr>
            <a:xfrm>
              <a:off x="10889110" y="10444385"/>
              <a:ext cx="236982" cy="24289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0B368225-719B-4DF2-8D16-2AE75D1B027A}"/>
                </a:ext>
              </a:extLst>
            </p:cNvPr>
            <p:cNvSpPr/>
            <p:nvPr/>
          </p:nvSpPr>
          <p:spPr>
            <a:xfrm>
              <a:off x="12554395" y="10444385"/>
              <a:ext cx="236982" cy="24289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119B0CC-63E4-46DD-B73E-CC04B78C4F23}"/>
                </a:ext>
              </a:extLst>
            </p:cNvPr>
            <p:cNvSpPr/>
            <p:nvPr/>
          </p:nvSpPr>
          <p:spPr>
            <a:xfrm>
              <a:off x="11221945" y="10413155"/>
              <a:ext cx="297921" cy="30535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4F83D4B7-2D65-46F3-954B-65695EB5C3C7}"/>
                </a:ext>
              </a:extLst>
            </p:cNvPr>
            <p:cNvSpPr/>
            <p:nvPr/>
          </p:nvSpPr>
          <p:spPr>
            <a:xfrm>
              <a:off x="12172427" y="10413155"/>
              <a:ext cx="297921" cy="30535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C7D42D6-86EC-458E-8A40-DCB1A942D9E5}"/>
              </a:ext>
            </a:extLst>
          </p:cNvPr>
          <p:cNvSpPr/>
          <p:nvPr userDrawn="1"/>
        </p:nvSpPr>
        <p:spPr>
          <a:xfrm>
            <a:off x="-3007166" y="80210"/>
            <a:ext cx="1368000" cy="639789"/>
          </a:xfrm>
          <a:prstGeom prst="rect">
            <a:avLst/>
          </a:prstGeom>
          <a:solidFill>
            <a:srgbClr val="DA236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ROSADO LUCKY</a:t>
            </a:r>
          </a:p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218 / G 35 / B 111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DF453A1-9749-4E04-A151-0CD9D7B9DD43}"/>
              </a:ext>
            </a:extLst>
          </p:cNvPr>
          <p:cNvSpPr/>
          <p:nvPr userDrawn="1"/>
        </p:nvSpPr>
        <p:spPr>
          <a:xfrm>
            <a:off x="-1650878" y="80210"/>
            <a:ext cx="1368000" cy="639789"/>
          </a:xfrm>
          <a:prstGeom prst="rect">
            <a:avLst/>
          </a:prstGeom>
          <a:solidFill>
            <a:srgbClr val="084EA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 LUCKY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50" b="1" dirty="0">
                <a:solidFill>
                  <a:prstClr val="white"/>
                </a:solidFill>
                <a:latin typeface="Calibri" panose="020F0502020204030204"/>
              </a:rPr>
              <a:t>R 8 / G 78 / B 174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2414BCF-7E18-47FD-A988-7B825524F4EF}"/>
              </a:ext>
            </a:extLst>
          </p:cNvPr>
          <p:cNvSpPr/>
          <p:nvPr userDrawn="1"/>
        </p:nvSpPr>
        <p:spPr>
          <a:xfrm>
            <a:off x="-1650878" y="1298021"/>
            <a:ext cx="1368000" cy="639789"/>
          </a:xfrm>
          <a:prstGeom prst="rect">
            <a:avLst/>
          </a:prstGeom>
          <a:solidFill>
            <a:srgbClr val="002D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45 / B 79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FD5A62D-3A76-4DA3-8A5F-BD9FA946E8A1}"/>
              </a:ext>
            </a:extLst>
          </p:cNvPr>
          <p:cNvSpPr/>
          <p:nvPr userDrawn="1"/>
        </p:nvSpPr>
        <p:spPr>
          <a:xfrm>
            <a:off x="-1650878" y="1937810"/>
            <a:ext cx="1368000" cy="639789"/>
          </a:xfrm>
          <a:prstGeom prst="rect">
            <a:avLst/>
          </a:prstGeom>
          <a:solidFill>
            <a:srgbClr val="004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70 / B 123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B45466-5A9C-4F15-9634-D7B6D996F5DF}"/>
              </a:ext>
            </a:extLst>
          </p:cNvPr>
          <p:cNvSpPr/>
          <p:nvPr userDrawn="1"/>
        </p:nvSpPr>
        <p:spPr>
          <a:xfrm>
            <a:off x="-1650878" y="2577599"/>
            <a:ext cx="1368000" cy="639789"/>
          </a:xfrm>
          <a:prstGeom prst="rect">
            <a:avLst/>
          </a:prstGeom>
          <a:solidFill>
            <a:srgbClr val="3B8F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50" b="1" dirty="0">
                <a:solidFill>
                  <a:prstClr val="white"/>
                </a:solidFill>
              </a:rPr>
              <a:t>R 53 / G 143 / B 207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73285CB-0226-4DD3-8EC0-3CE7D6B4BB31}"/>
              </a:ext>
            </a:extLst>
          </p:cNvPr>
          <p:cNvSpPr/>
          <p:nvPr userDrawn="1"/>
        </p:nvSpPr>
        <p:spPr>
          <a:xfrm>
            <a:off x="-1653065" y="3217388"/>
            <a:ext cx="1368000" cy="639789"/>
          </a:xfrm>
          <a:prstGeom prst="rect">
            <a:avLst/>
          </a:prstGeom>
          <a:solidFill>
            <a:srgbClr val="8ACC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138 / G 204 / B 254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8EC7C89-1054-4A9A-B84D-91053B35F706}"/>
              </a:ext>
            </a:extLst>
          </p:cNvPr>
          <p:cNvSpPr/>
          <p:nvPr userDrawn="1"/>
        </p:nvSpPr>
        <p:spPr>
          <a:xfrm>
            <a:off x="-3023252" y="1298021"/>
            <a:ext cx="1368000" cy="63978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127 / G 127 / B 127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4AA1C62-C7EB-4861-A18E-BE2C35DBC9FC}"/>
              </a:ext>
            </a:extLst>
          </p:cNvPr>
          <p:cNvSpPr/>
          <p:nvPr userDrawn="1"/>
        </p:nvSpPr>
        <p:spPr>
          <a:xfrm>
            <a:off x="-3023252" y="1937810"/>
            <a:ext cx="1368000" cy="63978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166 / G 166 / B 166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DEB8CD0-E4D4-486F-96E5-52872D20A502}"/>
              </a:ext>
            </a:extLst>
          </p:cNvPr>
          <p:cNvSpPr/>
          <p:nvPr userDrawn="1"/>
        </p:nvSpPr>
        <p:spPr>
          <a:xfrm>
            <a:off x="-3023252" y="2577599"/>
            <a:ext cx="1368000" cy="6397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191 / G 191 / B 191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F44F431-7383-4E73-A5B7-4021BF5C1F33}"/>
              </a:ext>
            </a:extLst>
          </p:cNvPr>
          <p:cNvSpPr/>
          <p:nvPr userDrawn="1"/>
        </p:nvSpPr>
        <p:spPr>
          <a:xfrm>
            <a:off x="-3027626" y="3217388"/>
            <a:ext cx="1370187" cy="639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schemeClr val="bg1">
                    <a:lumMod val="50000"/>
                  </a:schemeClr>
                </a:solidFill>
              </a:rPr>
              <a:t>R 255 / G 255 / B 255</a:t>
            </a:r>
          </a:p>
        </p:txBody>
      </p:sp>
    </p:spTree>
    <p:extLst>
      <p:ext uri="{BB962C8B-B14F-4D97-AF65-F5344CB8AC3E}">
        <p14:creationId xmlns:p14="http://schemas.microsoft.com/office/powerpoint/2010/main" val="207634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2" descr="DIAPOSITIVA_6.png">
            <a:extLst>
              <a:ext uri="{FF2B5EF4-FFF2-40B4-BE49-F238E27FC236}">
                <a16:creationId xmlns:a16="http://schemas.microsoft.com/office/drawing/2014/main" id="{A2BB4736-739F-4E0F-B858-837679256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352" y="-1"/>
            <a:ext cx="12215351" cy="6871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3EDB46-7567-494F-B51E-3C6A190E3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5692" y="2189011"/>
            <a:ext cx="3504241" cy="986189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10FC53-8C18-482A-9ADE-844C0CEB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4739BC-D504-471C-BBD2-0A092E356EC9}" type="datetime1">
              <a:rPr lang="es-PE" smtClean="0"/>
              <a:t>1/09/2026</a:t>
            </a:fld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683E45-07EC-409A-9A37-DAB2E1EC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14" name="Agrupar 4">
            <a:extLst>
              <a:ext uri="{FF2B5EF4-FFF2-40B4-BE49-F238E27FC236}">
                <a16:creationId xmlns:a16="http://schemas.microsoft.com/office/drawing/2014/main" id="{08A3E0AA-641B-45CC-A4B9-D2104B1D171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463190" y="6412648"/>
            <a:ext cx="1065948" cy="260703"/>
            <a:chOff x="10889110" y="10333384"/>
            <a:chExt cx="1902267" cy="464901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97E895E7-AC88-4AA5-A836-1E44AF5F66B9}"/>
                </a:ext>
              </a:extLst>
            </p:cNvPr>
            <p:cNvSpPr/>
            <p:nvPr/>
          </p:nvSpPr>
          <p:spPr>
            <a:xfrm>
              <a:off x="11634244" y="10333384"/>
              <a:ext cx="453577" cy="464901"/>
            </a:xfrm>
            <a:prstGeom prst="ellipse">
              <a:avLst/>
            </a:prstGeom>
            <a:solidFill>
              <a:srgbClr val="DA236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E88CC5A-644C-47E2-96C6-F98E97190E1F}"/>
                </a:ext>
              </a:extLst>
            </p:cNvPr>
            <p:cNvSpPr/>
            <p:nvPr/>
          </p:nvSpPr>
          <p:spPr>
            <a:xfrm>
              <a:off x="10889110" y="10444385"/>
              <a:ext cx="236982" cy="24289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0B368225-719B-4DF2-8D16-2AE75D1B027A}"/>
                </a:ext>
              </a:extLst>
            </p:cNvPr>
            <p:cNvSpPr/>
            <p:nvPr/>
          </p:nvSpPr>
          <p:spPr>
            <a:xfrm>
              <a:off x="12554395" y="10444385"/>
              <a:ext cx="236982" cy="24289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119B0CC-63E4-46DD-B73E-CC04B78C4F23}"/>
                </a:ext>
              </a:extLst>
            </p:cNvPr>
            <p:cNvSpPr/>
            <p:nvPr/>
          </p:nvSpPr>
          <p:spPr>
            <a:xfrm>
              <a:off x="11221945" y="10413155"/>
              <a:ext cx="297921" cy="30535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4F83D4B7-2D65-46F3-954B-65695EB5C3C7}"/>
                </a:ext>
              </a:extLst>
            </p:cNvPr>
            <p:cNvSpPr/>
            <p:nvPr/>
          </p:nvSpPr>
          <p:spPr>
            <a:xfrm>
              <a:off x="12172427" y="10413155"/>
              <a:ext cx="297921" cy="305358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spcFirstLastPara="1" lIns="50800" tIns="50800" rIns="50800" bIns="50800" spcCol="38100" anchor="ctr">
              <a:spAutoFit/>
            </a:bodyPr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3200" kern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0A283DE-02E5-4D91-97BB-40244271C5FE}"/>
              </a:ext>
            </a:extLst>
          </p:cNvPr>
          <p:cNvSpPr/>
          <p:nvPr userDrawn="1"/>
        </p:nvSpPr>
        <p:spPr>
          <a:xfrm>
            <a:off x="-3007166" y="80210"/>
            <a:ext cx="1368000" cy="639789"/>
          </a:xfrm>
          <a:prstGeom prst="rect">
            <a:avLst/>
          </a:prstGeom>
          <a:solidFill>
            <a:srgbClr val="DA236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ROSADO LUCKY</a:t>
            </a:r>
          </a:p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218 / G 35 / B 111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E53DB66-CFE9-48DC-849B-8A9F198DCE67}"/>
              </a:ext>
            </a:extLst>
          </p:cNvPr>
          <p:cNvSpPr/>
          <p:nvPr userDrawn="1"/>
        </p:nvSpPr>
        <p:spPr>
          <a:xfrm>
            <a:off x="-1650878" y="80210"/>
            <a:ext cx="1368000" cy="639789"/>
          </a:xfrm>
          <a:prstGeom prst="rect">
            <a:avLst/>
          </a:prstGeom>
          <a:solidFill>
            <a:srgbClr val="084EA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 LUCKY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50" b="1" dirty="0">
                <a:solidFill>
                  <a:prstClr val="white"/>
                </a:solidFill>
                <a:latin typeface="Calibri" panose="020F0502020204030204"/>
              </a:rPr>
              <a:t>R 8 / G 78 / B 174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338F54C-787D-41DD-B3FF-5BCFF5022DF3}"/>
              </a:ext>
            </a:extLst>
          </p:cNvPr>
          <p:cNvSpPr/>
          <p:nvPr userDrawn="1"/>
        </p:nvSpPr>
        <p:spPr>
          <a:xfrm>
            <a:off x="-1650878" y="1298021"/>
            <a:ext cx="1368000" cy="639789"/>
          </a:xfrm>
          <a:prstGeom prst="rect">
            <a:avLst/>
          </a:prstGeom>
          <a:solidFill>
            <a:srgbClr val="002D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45 / B 79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F99BF14-7377-4E87-91E3-F65CE42C1D8E}"/>
              </a:ext>
            </a:extLst>
          </p:cNvPr>
          <p:cNvSpPr/>
          <p:nvPr userDrawn="1"/>
        </p:nvSpPr>
        <p:spPr>
          <a:xfrm>
            <a:off x="-1650878" y="1937810"/>
            <a:ext cx="1368000" cy="639789"/>
          </a:xfrm>
          <a:prstGeom prst="rect">
            <a:avLst/>
          </a:prstGeom>
          <a:solidFill>
            <a:srgbClr val="004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70 / B 123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F77E5F5-A997-45FD-BAF9-37AC940255C5}"/>
              </a:ext>
            </a:extLst>
          </p:cNvPr>
          <p:cNvSpPr/>
          <p:nvPr userDrawn="1"/>
        </p:nvSpPr>
        <p:spPr>
          <a:xfrm>
            <a:off x="-1650878" y="2577599"/>
            <a:ext cx="1368000" cy="639789"/>
          </a:xfrm>
          <a:prstGeom prst="rect">
            <a:avLst/>
          </a:prstGeom>
          <a:solidFill>
            <a:srgbClr val="3B8F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50" b="1" dirty="0">
                <a:solidFill>
                  <a:prstClr val="white"/>
                </a:solidFill>
              </a:rPr>
              <a:t>R 53 / G 143 / B 207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71E72B7-766B-44BD-B5FF-249472D4A019}"/>
              </a:ext>
            </a:extLst>
          </p:cNvPr>
          <p:cNvSpPr/>
          <p:nvPr userDrawn="1"/>
        </p:nvSpPr>
        <p:spPr>
          <a:xfrm>
            <a:off x="-1653065" y="3217388"/>
            <a:ext cx="1368000" cy="639789"/>
          </a:xfrm>
          <a:prstGeom prst="rect">
            <a:avLst/>
          </a:prstGeom>
          <a:solidFill>
            <a:srgbClr val="8ACC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138 / G 204 / B 254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A17FCD7-57A6-46F0-BF21-4C5971B05708}"/>
              </a:ext>
            </a:extLst>
          </p:cNvPr>
          <p:cNvSpPr/>
          <p:nvPr userDrawn="1"/>
        </p:nvSpPr>
        <p:spPr>
          <a:xfrm>
            <a:off x="-3023252" y="1298021"/>
            <a:ext cx="1368000" cy="63978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127 / G 127 / B 127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85CD096-CBE0-4471-9B46-AB0B308EB411}"/>
              </a:ext>
            </a:extLst>
          </p:cNvPr>
          <p:cNvSpPr/>
          <p:nvPr userDrawn="1"/>
        </p:nvSpPr>
        <p:spPr>
          <a:xfrm>
            <a:off x="-3023252" y="1937810"/>
            <a:ext cx="1368000" cy="63978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166 / G 166 / B 166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B30B85E-D7B4-48CC-900D-26FC3A72366B}"/>
              </a:ext>
            </a:extLst>
          </p:cNvPr>
          <p:cNvSpPr/>
          <p:nvPr userDrawn="1"/>
        </p:nvSpPr>
        <p:spPr>
          <a:xfrm>
            <a:off x="-3023252" y="2577599"/>
            <a:ext cx="1368000" cy="6397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191 / G 191 / B 191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5063910-E2EB-43FC-AC63-D947CAE8CD7E}"/>
              </a:ext>
            </a:extLst>
          </p:cNvPr>
          <p:cNvSpPr/>
          <p:nvPr userDrawn="1"/>
        </p:nvSpPr>
        <p:spPr>
          <a:xfrm>
            <a:off x="-3027626" y="3217388"/>
            <a:ext cx="1370187" cy="639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schemeClr val="bg1">
                    <a:lumMod val="50000"/>
                  </a:schemeClr>
                </a:solidFill>
              </a:rPr>
              <a:t>R 255 / G 255 / B 255</a:t>
            </a:r>
          </a:p>
        </p:txBody>
      </p:sp>
    </p:spTree>
    <p:extLst>
      <p:ext uri="{BB962C8B-B14F-4D97-AF65-F5344CB8AC3E}">
        <p14:creationId xmlns:p14="http://schemas.microsoft.com/office/powerpoint/2010/main" val="297358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FF718A-FEF4-43DE-B1EF-18C64F749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12042" y="0"/>
            <a:ext cx="6079958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7AE174-D654-4680-BBE3-24C0D249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99EB54-0039-428C-847C-974D8ECC4BBB}" type="datetime1">
              <a:rPr lang="es-PE" smtClean="0"/>
              <a:t>1/09/2026</a:t>
            </a:fld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05A489-2BA8-4107-9E22-784ACF53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A4B7C1C0-D4C9-4AF2-ADCB-0C723FA76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36" y="1684421"/>
            <a:ext cx="5188106" cy="4184567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2D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1B495BA3-53EF-4146-848E-201250A6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38" y="359670"/>
            <a:ext cx="5380610" cy="39003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84EAE"/>
                </a:solidFill>
                <a:latin typeface="+mn-lt"/>
              </a:defRPr>
            </a:lvl1pPr>
          </a:lstStyle>
          <a:p>
            <a:endParaRPr lang="es-PE" dirty="0"/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953DCFB8-75D3-48CB-A96C-C8BA56BAA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36" y="783443"/>
            <a:ext cx="4517669" cy="28755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65878D-B2BB-4362-8591-418ED9EC9899}"/>
              </a:ext>
            </a:extLst>
          </p:cNvPr>
          <p:cNvSpPr/>
          <p:nvPr userDrawn="1"/>
        </p:nvSpPr>
        <p:spPr>
          <a:xfrm>
            <a:off x="-3007166" y="80210"/>
            <a:ext cx="1368000" cy="639789"/>
          </a:xfrm>
          <a:prstGeom prst="rect">
            <a:avLst/>
          </a:prstGeom>
          <a:solidFill>
            <a:srgbClr val="DA236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ROSADO LUCKY</a:t>
            </a:r>
          </a:p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218 / G 35 / B 111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9AFABEF-9CE9-4C61-B3C2-48F53E476F53}"/>
              </a:ext>
            </a:extLst>
          </p:cNvPr>
          <p:cNvSpPr/>
          <p:nvPr userDrawn="1"/>
        </p:nvSpPr>
        <p:spPr>
          <a:xfrm>
            <a:off x="-1650878" y="80210"/>
            <a:ext cx="1368000" cy="639789"/>
          </a:xfrm>
          <a:prstGeom prst="rect">
            <a:avLst/>
          </a:prstGeom>
          <a:solidFill>
            <a:srgbClr val="084EA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 LUCKY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50" b="1" dirty="0">
                <a:solidFill>
                  <a:prstClr val="white"/>
                </a:solidFill>
                <a:latin typeface="Calibri" panose="020F0502020204030204"/>
              </a:rPr>
              <a:t>R 8 / G 78 / B 174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72303F-A446-496D-9D19-E2F92532271A}"/>
              </a:ext>
            </a:extLst>
          </p:cNvPr>
          <p:cNvSpPr/>
          <p:nvPr userDrawn="1"/>
        </p:nvSpPr>
        <p:spPr>
          <a:xfrm>
            <a:off x="-1650878" y="1298021"/>
            <a:ext cx="1368000" cy="639789"/>
          </a:xfrm>
          <a:prstGeom prst="rect">
            <a:avLst/>
          </a:prstGeom>
          <a:solidFill>
            <a:srgbClr val="002D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45 / B 79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C0DDC53-1FD4-44AF-8EF0-720C6D2931DF}"/>
              </a:ext>
            </a:extLst>
          </p:cNvPr>
          <p:cNvSpPr/>
          <p:nvPr userDrawn="1"/>
        </p:nvSpPr>
        <p:spPr>
          <a:xfrm>
            <a:off x="-1650878" y="1937810"/>
            <a:ext cx="1368000" cy="639789"/>
          </a:xfrm>
          <a:prstGeom prst="rect">
            <a:avLst/>
          </a:prstGeom>
          <a:solidFill>
            <a:srgbClr val="004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70 / B 123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6005C0-2280-4164-B228-B700614B9302}"/>
              </a:ext>
            </a:extLst>
          </p:cNvPr>
          <p:cNvSpPr/>
          <p:nvPr userDrawn="1"/>
        </p:nvSpPr>
        <p:spPr>
          <a:xfrm>
            <a:off x="-1650878" y="2577599"/>
            <a:ext cx="1368000" cy="639789"/>
          </a:xfrm>
          <a:prstGeom prst="rect">
            <a:avLst/>
          </a:prstGeom>
          <a:solidFill>
            <a:srgbClr val="3B8F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50" b="1" dirty="0">
                <a:solidFill>
                  <a:prstClr val="white"/>
                </a:solidFill>
              </a:rPr>
              <a:t>R 53 / G 143 / B 207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995186-2CB7-47C7-BB65-100B5B8144A7}"/>
              </a:ext>
            </a:extLst>
          </p:cNvPr>
          <p:cNvSpPr/>
          <p:nvPr userDrawn="1"/>
        </p:nvSpPr>
        <p:spPr>
          <a:xfrm>
            <a:off x="-1653065" y="3217388"/>
            <a:ext cx="1368000" cy="639789"/>
          </a:xfrm>
          <a:prstGeom prst="rect">
            <a:avLst/>
          </a:prstGeom>
          <a:solidFill>
            <a:srgbClr val="8ACC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138 / G 204 / B 254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98930DF-53E3-47DC-A171-0CAAE6E20BDF}"/>
              </a:ext>
            </a:extLst>
          </p:cNvPr>
          <p:cNvSpPr/>
          <p:nvPr userDrawn="1"/>
        </p:nvSpPr>
        <p:spPr>
          <a:xfrm>
            <a:off x="-3023252" y="1298021"/>
            <a:ext cx="1368000" cy="63978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127 / G 127 / B 127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C8B856C-8D6C-4B1B-8B95-2BF0D57C300D}"/>
              </a:ext>
            </a:extLst>
          </p:cNvPr>
          <p:cNvSpPr/>
          <p:nvPr userDrawn="1"/>
        </p:nvSpPr>
        <p:spPr>
          <a:xfrm>
            <a:off x="-3023252" y="1937810"/>
            <a:ext cx="1368000" cy="63978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166 / G 166 / B 166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BC8A922-625A-4158-B253-2CCD9F32D497}"/>
              </a:ext>
            </a:extLst>
          </p:cNvPr>
          <p:cNvSpPr/>
          <p:nvPr userDrawn="1"/>
        </p:nvSpPr>
        <p:spPr>
          <a:xfrm>
            <a:off x="-3023252" y="2577599"/>
            <a:ext cx="1368000" cy="6397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191 / G 191 / B 191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ABE140A-8971-4BED-9B90-56A243B7678B}"/>
              </a:ext>
            </a:extLst>
          </p:cNvPr>
          <p:cNvSpPr/>
          <p:nvPr userDrawn="1"/>
        </p:nvSpPr>
        <p:spPr>
          <a:xfrm>
            <a:off x="-3027626" y="3217388"/>
            <a:ext cx="1370187" cy="639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schemeClr val="bg1">
                    <a:lumMod val="50000"/>
                  </a:schemeClr>
                </a:solidFill>
              </a:rPr>
              <a:t>R 255 / G 255 / B 255</a:t>
            </a:r>
          </a:p>
        </p:txBody>
      </p:sp>
    </p:spTree>
    <p:extLst>
      <p:ext uri="{BB962C8B-B14F-4D97-AF65-F5344CB8AC3E}">
        <p14:creationId xmlns:p14="http://schemas.microsoft.com/office/powerpoint/2010/main" val="329439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bg>
      <p:bgPr>
        <a:solidFill>
          <a:srgbClr val="084E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FF718A-FEF4-43DE-B1EF-18C64F749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12042" y="0"/>
            <a:ext cx="6079958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7AE174-D654-4680-BBE3-24C0D249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A02556-1257-4C0B-B908-4E481940A458}" type="datetime1">
              <a:rPr lang="es-PE" smtClean="0"/>
              <a:t>1/09/2026</a:t>
            </a:fld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05A489-2BA8-4107-9E22-784ACF53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A4B7C1C0-D4C9-4AF2-ADCB-0C723FA76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36" y="1684421"/>
            <a:ext cx="5188106" cy="418456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BB536E27-F954-4A96-883C-14F3C16C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38" y="359670"/>
            <a:ext cx="5380610" cy="390036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s-PE" dirty="0"/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4DBB3365-5AD1-464C-A946-6BD30A2B1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36" y="783443"/>
            <a:ext cx="4517669" cy="28755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C1CF0CF-D66A-4D23-8CA2-5E4AD75ED353}"/>
              </a:ext>
            </a:extLst>
          </p:cNvPr>
          <p:cNvSpPr/>
          <p:nvPr userDrawn="1"/>
        </p:nvSpPr>
        <p:spPr>
          <a:xfrm>
            <a:off x="-3007166" y="80210"/>
            <a:ext cx="1368000" cy="639789"/>
          </a:xfrm>
          <a:prstGeom prst="rect">
            <a:avLst/>
          </a:prstGeom>
          <a:solidFill>
            <a:srgbClr val="DA236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ROSADO LUCKY</a:t>
            </a:r>
          </a:p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218 / G 35 / B 111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FB3193-FF10-4DA7-AC87-B62A4F5628E4}"/>
              </a:ext>
            </a:extLst>
          </p:cNvPr>
          <p:cNvSpPr/>
          <p:nvPr userDrawn="1"/>
        </p:nvSpPr>
        <p:spPr>
          <a:xfrm>
            <a:off x="-1650878" y="80210"/>
            <a:ext cx="1368000" cy="639789"/>
          </a:xfrm>
          <a:prstGeom prst="rect">
            <a:avLst/>
          </a:prstGeom>
          <a:solidFill>
            <a:srgbClr val="084EA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 LUCKY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50" b="1" dirty="0">
                <a:solidFill>
                  <a:prstClr val="white"/>
                </a:solidFill>
                <a:latin typeface="Calibri" panose="020F0502020204030204"/>
              </a:rPr>
              <a:t>R 8 / G 78 / B 174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CEC76D2-B065-4A31-84F2-690DEBEE016D}"/>
              </a:ext>
            </a:extLst>
          </p:cNvPr>
          <p:cNvSpPr/>
          <p:nvPr userDrawn="1"/>
        </p:nvSpPr>
        <p:spPr>
          <a:xfrm>
            <a:off x="-1650878" y="1298021"/>
            <a:ext cx="1368000" cy="639789"/>
          </a:xfrm>
          <a:prstGeom prst="rect">
            <a:avLst/>
          </a:prstGeom>
          <a:solidFill>
            <a:srgbClr val="002D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45 / B 79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0A598B-3710-44DA-94BB-5C3F102CF0F1}"/>
              </a:ext>
            </a:extLst>
          </p:cNvPr>
          <p:cNvSpPr/>
          <p:nvPr userDrawn="1"/>
        </p:nvSpPr>
        <p:spPr>
          <a:xfrm>
            <a:off x="-1650878" y="1937810"/>
            <a:ext cx="1368000" cy="639789"/>
          </a:xfrm>
          <a:prstGeom prst="rect">
            <a:avLst/>
          </a:prstGeom>
          <a:solidFill>
            <a:srgbClr val="004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70 / B 123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6682A7F-568B-48E2-8E63-8FDAC49E4469}"/>
              </a:ext>
            </a:extLst>
          </p:cNvPr>
          <p:cNvSpPr/>
          <p:nvPr userDrawn="1"/>
        </p:nvSpPr>
        <p:spPr>
          <a:xfrm>
            <a:off x="-1650878" y="2577599"/>
            <a:ext cx="1368000" cy="639789"/>
          </a:xfrm>
          <a:prstGeom prst="rect">
            <a:avLst/>
          </a:prstGeom>
          <a:solidFill>
            <a:srgbClr val="3B8F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50" b="1" dirty="0">
                <a:solidFill>
                  <a:prstClr val="white"/>
                </a:solidFill>
              </a:rPr>
              <a:t>R 53 / G 143 / B 207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5B3EB54-8BA9-4E16-A7A1-D664E54D27EA}"/>
              </a:ext>
            </a:extLst>
          </p:cNvPr>
          <p:cNvSpPr/>
          <p:nvPr userDrawn="1"/>
        </p:nvSpPr>
        <p:spPr>
          <a:xfrm>
            <a:off x="-1653065" y="3217388"/>
            <a:ext cx="1368000" cy="639789"/>
          </a:xfrm>
          <a:prstGeom prst="rect">
            <a:avLst/>
          </a:prstGeom>
          <a:solidFill>
            <a:srgbClr val="8ACC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138 / G 204 / B 254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991080-1C7B-4651-8224-78433014F239}"/>
              </a:ext>
            </a:extLst>
          </p:cNvPr>
          <p:cNvSpPr/>
          <p:nvPr userDrawn="1"/>
        </p:nvSpPr>
        <p:spPr>
          <a:xfrm>
            <a:off x="-3023252" y="1298021"/>
            <a:ext cx="1368000" cy="63978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127 / G 127 / B 127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525F491-11EC-4CD4-9B09-DF42F25050B0}"/>
              </a:ext>
            </a:extLst>
          </p:cNvPr>
          <p:cNvSpPr/>
          <p:nvPr userDrawn="1"/>
        </p:nvSpPr>
        <p:spPr>
          <a:xfrm>
            <a:off x="-3023252" y="1937810"/>
            <a:ext cx="1368000" cy="63978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166 / G 166 / B 166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58B72E-9C21-4E90-BDE9-C70F46098013}"/>
              </a:ext>
            </a:extLst>
          </p:cNvPr>
          <p:cNvSpPr/>
          <p:nvPr userDrawn="1"/>
        </p:nvSpPr>
        <p:spPr>
          <a:xfrm>
            <a:off x="-3023252" y="2577599"/>
            <a:ext cx="1368000" cy="6397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191 / G 191 / B 191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5F5E13F-405D-432D-8509-FD0BAA2087BF}"/>
              </a:ext>
            </a:extLst>
          </p:cNvPr>
          <p:cNvSpPr/>
          <p:nvPr userDrawn="1"/>
        </p:nvSpPr>
        <p:spPr>
          <a:xfrm>
            <a:off x="-3027626" y="3217388"/>
            <a:ext cx="1370187" cy="639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schemeClr val="bg1">
                    <a:lumMod val="50000"/>
                  </a:schemeClr>
                </a:solidFill>
              </a:rPr>
              <a:t>R 255 / G 255 / B 255</a:t>
            </a:r>
          </a:p>
        </p:txBody>
      </p:sp>
    </p:spTree>
    <p:extLst>
      <p:ext uri="{BB962C8B-B14F-4D97-AF65-F5344CB8AC3E}">
        <p14:creationId xmlns:p14="http://schemas.microsoft.com/office/powerpoint/2010/main" val="330406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n con título">
    <p:bg>
      <p:bgPr>
        <a:solidFill>
          <a:srgbClr val="084E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7AE174-D654-4680-BBE3-24C0D249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BF4AF-66CD-423F-A2D6-3CB764A61753}" type="datetime1">
              <a:rPr lang="es-PE" smtClean="0"/>
              <a:t>1/09/2026</a:t>
            </a:fld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05A489-2BA8-4107-9E22-784ACF53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BB536E27-F954-4A96-883C-14F3C16C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38" y="359670"/>
            <a:ext cx="5380610" cy="390036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s-PE" dirty="0"/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4DBB3365-5AD1-464C-A946-6BD30A2B1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36" y="783443"/>
            <a:ext cx="4517669" cy="28755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C1CF0CF-D66A-4D23-8CA2-5E4AD75ED353}"/>
              </a:ext>
            </a:extLst>
          </p:cNvPr>
          <p:cNvSpPr/>
          <p:nvPr userDrawn="1"/>
        </p:nvSpPr>
        <p:spPr>
          <a:xfrm>
            <a:off x="-3007166" y="80210"/>
            <a:ext cx="1368000" cy="639789"/>
          </a:xfrm>
          <a:prstGeom prst="rect">
            <a:avLst/>
          </a:prstGeom>
          <a:solidFill>
            <a:srgbClr val="DA236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ROSADO LUCKY</a:t>
            </a:r>
          </a:p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218 / G 35 / B 111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FB3193-FF10-4DA7-AC87-B62A4F5628E4}"/>
              </a:ext>
            </a:extLst>
          </p:cNvPr>
          <p:cNvSpPr/>
          <p:nvPr userDrawn="1"/>
        </p:nvSpPr>
        <p:spPr>
          <a:xfrm>
            <a:off x="-1650878" y="80210"/>
            <a:ext cx="1368000" cy="639789"/>
          </a:xfrm>
          <a:prstGeom prst="rect">
            <a:avLst/>
          </a:prstGeom>
          <a:solidFill>
            <a:srgbClr val="084EA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 LUCKY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50" b="1" dirty="0">
                <a:solidFill>
                  <a:prstClr val="white"/>
                </a:solidFill>
                <a:latin typeface="Calibri" panose="020F0502020204030204"/>
              </a:rPr>
              <a:t>R 8 / G 78 / B 174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CEC76D2-B065-4A31-84F2-690DEBEE016D}"/>
              </a:ext>
            </a:extLst>
          </p:cNvPr>
          <p:cNvSpPr/>
          <p:nvPr userDrawn="1"/>
        </p:nvSpPr>
        <p:spPr>
          <a:xfrm>
            <a:off x="-1650878" y="1298021"/>
            <a:ext cx="1368000" cy="639789"/>
          </a:xfrm>
          <a:prstGeom prst="rect">
            <a:avLst/>
          </a:prstGeom>
          <a:solidFill>
            <a:srgbClr val="002D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45 / B 79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0A598B-3710-44DA-94BB-5C3F102CF0F1}"/>
              </a:ext>
            </a:extLst>
          </p:cNvPr>
          <p:cNvSpPr/>
          <p:nvPr userDrawn="1"/>
        </p:nvSpPr>
        <p:spPr>
          <a:xfrm>
            <a:off x="-1650878" y="1937810"/>
            <a:ext cx="1368000" cy="639789"/>
          </a:xfrm>
          <a:prstGeom prst="rect">
            <a:avLst/>
          </a:prstGeom>
          <a:solidFill>
            <a:srgbClr val="004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70 / B 123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6682A7F-568B-48E2-8E63-8FDAC49E4469}"/>
              </a:ext>
            </a:extLst>
          </p:cNvPr>
          <p:cNvSpPr/>
          <p:nvPr userDrawn="1"/>
        </p:nvSpPr>
        <p:spPr>
          <a:xfrm>
            <a:off x="-1650878" y="2577599"/>
            <a:ext cx="1368000" cy="639789"/>
          </a:xfrm>
          <a:prstGeom prst="rect">
            <a:avLst/>
          </a:prstGeom>
          <a:solidFill>
            <a:srgbClr val="3B8F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50" b="1" dirty="0">
                <a:solidFill>
                  <a:prstClr val="white"/>
                </a:solidFill>
              </a:rPr>
              <a:t>R 53 / G 143 / B 207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5B3EB54-8BA9-4E16-A7A1-D664E54D27EA}"/>
              </a:ext>
            </a:extLst>
          </p:cNvPr>
          <p:cNvSpPr/>
          <p:nvPr userDrawn="1"/>
        </p:nvSpPr>
        <p:spPr>
          <a:xfrm>
            <a:off x="-1653065" y="3217388"/>
            <a:ext cx="1368000" cy="639789"/>
          </a:xfrm>
          <a:prstGeom prst="rect">
            <a:avLst/>
          </a:prstGeom>
          <a:solidFill>
            <a:srgbClr val="8ACC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138 / G 204 / B 254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991080-1C7B-4651-8224-78433014F239}"/>
              </a:ext>
            </a:extLst>
          </p:cNvPr>
          <p:cNvSpPr/>
          <p:nvPr userDrawn="1"/>
        </p:nvSpPr>
        <p:spPr>
          <a:xfrm>
            <a:off x="-3023252" y="1298021"/>
            <a:ext cx="1368000" cy="63978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127 / G 127 / B 127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525F491-11EC-4CD4-9B09-DF42F25050B0}"/>
              </a:ext>
            </a:extLst>
          </p:cNvPr>
          <p:cNvSpPr/>
          <p:nvPr userDrawn="1"/>
        </p:nvSpPr>
        <p:spPr>
          <a:xfrm>
            <a:off x="-3023252" y="1937810"/>
            <a:ext cx="1368000" cy="63978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166 / G 166 / B 166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58B72E-9C21-4E90-BDE9-C70F46098013}"/>
              </a:ext>
            </a:extLst>
          </p:cNvPr>
          <p:cNvSpPr/>
          <p:nvPr userDrawn="1"/>
        </p:nvSpPr>
        <p:spPr>
          <a:xfrm>
            <a:off x="-3023252" y="2577599"/>
            <a:ext cx="1368000" cy="6397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191 / G 191 / B 191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5F5E13F-405D-432D-8509-FD0BAA2087BF}"/>
              </a:ext>
            </a:extLst>
          </p:cNvPr>
          <p:cNvSpPr/>
          <p:nvPr userDrawn="1"/>
        </p:nvSpPr>
        <p:spPr>
          <a:xfrm>
            <a:off x="-3027626" y="3217388"/>
            <a:ext cx="1370187" cy="639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schemeClr val="bg1">
                    <a:lumMod val="50000"/>
                  </a:schemeClr>
                </a:solidFill>
              </a:rPr>
              <a:t>R 255 / G 255 / B 255</a:t>
            </a:r>
          </a:p>
        </p:txBody>
      </p:sp>
    </p:spTree>
    <p:extLst>
      <p:ext uri="{BB962C8B-B14F-4D97-AF65-F5344CB8AC3E}">
        <p14:creationId xmlns:p14="http://schemas.microsoft.com/office/powerpoint/2010/main" val="384809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FF718A-FEF4-43DE-B1EF-18C64F749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604211"/>
            <a:ext cx="12192000" cy="295174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7AE174-D654-4680-BBE3-24C0D249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99EB54-0039-428C-847C-974D8ECC4BBB}" type="datetime1">
              <a:rPr lang="es-PE" smtClean="0"/>
              <a:t>1/09/2026</a:t>
            </a:fld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05A489-2BA8-4107-9E22-784ACF53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A4B7C1C0-D4C9-4AF2-ADCB-0C723FA76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36" y="4973052"/>
            <a:ext cx="5188106" cy="1235243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2D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1B495BA3-53EF-4146-848E-201250A6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38" y="359670"/>
            <a:ext cx="5380610" cy="39003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84EAE"/>
                </a:solidFill>
                <a:latin typeface="+mn-lt"/>
              </a:defRPr>
            </a:lvl1pPr>
          </a:lstStyle>
          <a:p>
            <a:endParaRPr lang="es-PE" dirty="0"/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953DCFB8-75D3-48CB-A96C-C8BA56BAA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36" y="783443"/>
            <a:ext cx="4517669" cy="28755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65878D-B2BB-4362-8591-418ED9EC9899}"/>
              </a:ext>
            </a:extLst>
          </p:cNvPr>
          <p:cNvSpPr/>
          <p:nvPr userDrawn="1"/>
        </p:nvSpPr>
        <p:spPr>
          <a:xfrm>
            <a:off x="-3007166" y="80210"/>
            <a:ext cx="1368000" cy="639789"/>
          </a:xfrm>
          <a:prstGeom prst="rect">
            <a:avLst/>
          </a:prstGeom>
          <a:solidFill>
            <a:srgbClr val="DA236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ROSADO LUCKY</a:t>
            </a:r>
          </a:p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218 / G 35 / B 111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9AFABEF-9CE9-4C61-B3C2-48F53E476F53}"/>
              </a:ext>
            </a:extLst>
          </p:cNvPr>
          <p:cNvSpPr/>
          <p:nvPr userDrawn="1"/>
        </p:nvSpPr>
        <p:spPr>
          <a:xfrm>
            <a:off x="-1650878" y="80210"/>
            <a:ext cx="1368000" cy="639789"/>
          </a:xfrm>
          <a:prstGeom prst="rect">
            <a:avLst/>
          </a:prstGeom>
          <a:solidFill>
            <a:srgbClr val="084EA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 LUCKY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50" b="1" dirty="0">
                <a:solidFill>
                  <a:prstClr val="white"/>
                </a:solidFill>
                <a:latin typeface="Calibri" panose="020F0502020204030204"/>
              </a:rPr>
              <a:t>R 8 / G 78 / B 174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72303F-A446-496D-9D19-E2F92532271A}"/>
              </a:ext>
            </a:extLst>
          </p:cNvPr>
          <p:cNvSpPr/>
          <p:nvPr userDrawn="1"/>
        </p:nvSpPr>
        <p:spPr>
          <a:xfrm>
            <a:off x="-1650878" y="1298021"/>
            <a:ext cx="1368000" cy="639789"/>
          </a:xfrm>
          <a:prstGeom prst="rect">
            <a:avLst/>
          </a:prstGeom>
          <a:solidFill>
            <a:srgbClr val="002D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45 / B 79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C0DDC53-1FD4-44AF-8EF0-720C6D2931DF}"/>
              </a:ext>
            </a:extLst>
          </p:cNvPr>
          <p:cNvSpPr/>
          <p:nvPr userDrawn="1"/>
        </p:nvSpPr>
        <p:spPr>
          <a:xfrm>
            <a:off x="-1650878" y="1937810"/>
            <a:ext cx="1368000" cy="639789"/>
          </a:xfrm>
          <a:prstGeom prst="rect">
            <a:avLst/>
          </a:prstGeom>
          <a:solidFill>
            <a:srgbClr val="004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70 / B 123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6005C0-2280-4164-B228-B700614B9302}"/>
              </a:ext>
            </a:extLst>
          </p:cNvPr>
          <p:cNvSpPr/>
          <p:nvPr userDrawn="1"/>
        </p:nvSpPr>
        <p:spPr>
          <a:xfrm>
            <a:off x="-1650878" y="2577599"/>
            <a:ext cx="1368000" cy="639789"/>
          </a:xfrm>
          <a:prstGeom prst="rect">
            <a:avLst/>
          </a:prstGeom>
          <a:solidFill>
            <a:srgbClr val="3B8F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50" b="1" dirty="0">
                <a:solidFill>
                  <a:prstClr val="white"/>
                </a:solidFill>
              </a:rPr>
              <a:t>R 53 / G 143 / B 207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995186-2CB7-47C7-BB65-100B5B8144A7}"/>
              </a:ext>
            </a:extLst>
          </p:cNvPr>
          <p:cNvSpPr/>
          <p:nvPr userDrawn="1"/>
        </p:nvSpPr>
        <p:spPr>
          <a:xfrm>
            <a:off x="-1653065" y="3217388"/>
            <a:ext cx="1368000" cy="639789"/>
          </a:xfrm>
          <a:prstGeom prst="rect">
            <a:avLst/>
          </a:prstGeom>
          <a:solidFill>
            <a:srgbClr val="8ACC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138 / G 204 / B 254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98930DF-53E3-47DC-A171-0CAAE6E20BDF}"/>
              </a:ext>
            </a:extLst>
          </p:cNvPr>
          <p:cNvSpPr/>
          <p:nvPr userDrawn="1"/>
        </p:nvSpPr>
        <p:spPr>
          <a:xfrm>
            <a:off x="-3023252" y="1298021"/>
            <a:ext cx="1368000" cy="63978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127 / G 127 / B 127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C8B856C-8D6C-4B1B-8B95-2BF0D57C300D}"/>
              </a:ext>
            </a:extLst>
          </p:cNvPr>
          <p:cNvSpPr/>
          <p:nvPr userDrawn="1"/>
        </p:nvSpPr>
        <p:spPr>
          <a:xfrm>
            <a:off x="-3023252" y="1937810"/>
            <a:ext cx="1368000" cy="63978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166 / G 166 / B 166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BC8A922-625A-4158-B253-2CCD9F32D497}"/>
              </a:ext>
            </a:extLst>
          </p:cNvPr>
          <p:cNvSpPr/>
          <p:nvPr userDrawn="1"/>
        </p:nvSpPr>
        <p:spPr>
          <a:xfrm>
            <a:off x="-3023252" y="2577599"/>
            <a:ext cx="1368000" cy="6397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191 / G 191 / B 191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ABE140A-8971-4BED-9B90-56A243B7678B}"/>
              </a:ext>
            </a:extLst>
          </p:cNvPr>
          <p:cNvSpPr/>
          <p:nvPr userDrawn="1"/>
        </p:nvSpPr>
        <p:spPr>
          <a:xfrm>
            <a:off x="-3027626" y="3217388"/>
            <a:ext cx="1370187" cy="639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schemeClr val="bg1">
                    <a:lumMod val="50000"/>
                  </a:schemeClr>
                </a:solidFill>
              </a:rPr>
              <a:t>R 255 / G 255 / B 255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AFCA5E70-1FEC-4714-B2C9-5CF03AC6868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530652" y="4973052"/>
            <a:ext cx="5188106" cy="1235243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2D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2835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FF718A-FEF4-43DE-B1EF-18C64F749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4336" y="1604211"/>
            <a:ext cx="3267064" cy="32405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7AE174-D654-4680-BBE3-24C0D249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99EB54-0039-428C-847C-974D8ECC4BBB}" type="datetime1">
              <a:rPr lang="es-PE" smtClean="0"/>
              <a:t>1/09/2026</a:t>
            </a:fld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05A489-2BA8-4107-9E22-784ACF53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41AEB1-49F4-4697-BDD8-0C14A1303D6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A4B7C1C0-D4C9-4AF2-ADCB-0C723FA76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36" y="4973052"/>
            <a:ext cx="3267064" cy="1090863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2D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1B495BA3-53EF-4146-848E-201250A6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38" y="359670"/>
            <a:ext cx="5380610" cy="39003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84EAE"/>
                </a:solidFill>
                <a:latin typeface="+mn-lt"/>
              </a:defRPr>
            </a:lvl1pPr>
          </a:lstStyle>
          <a:p>
            <a:endParaRPr lang="es-PE" dirty="0"/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953DCFB8-75D3-48CB-A96C-C8BA56BAA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36" y="783443"/>
            <a:ext cx="4517669" cy="28755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65878D-B2BB-4362-8591-418ED9EC9899}"/>
              </a:ext>
            </a:extLst>
          </p:cNvPr>
          <p:cNvSpPr/>
          <p:nvPr userDrawn="1"/>
        </p:nvSpPr>
        <p:spPr>
          <a:xfrm>
            <a:off x="-3007166" y="80210"/>
            <a:ext cx="1368000" cy="639789"/>
          </a:xfrm>
          <a:prstGeom prst="rect">
            <a:avLst/>
          </a:prstGeom>
          <a:solidFill>
            <a:srgbClr val="DA236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ROSADO LUCKY</a:t>
            </a:r>
          </a:p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218 / G 35 / B 111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9AFABEF-9CE9-4C61-B3C2-48F53E476F53}"/>
              </a:ext>
            </a:extLst>
          </p:cNvPr>
          <p:cNvSpPr/>
          <p:nvPr userDrawn="1"/>
        </p:nvSpPr>
        <p:spPr>
          <a:xfrm>
            <a:off x="-1650878" y="80210"/>
            <a:ext cx="1368000" cy="639789"/>
          </a:xfrm>
          <a:prstGeom prst="rect">
            <a:avLst/>
          </a:prstGeom>
          <a:solidFill>
            <a:srgbClr val="084EA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 LUCKY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050" b="1" dirty="0">
                <a:solidFill>
                  <a:prstClr val="white"/>
                </a:solidFill>
                <a:latin typeface="Calibri" panose="020F0502020204030204"/>
              </a:rPr>
              <a:t>R 8 / G 78 / B 174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72303F-A446-496D-9D19-E2F92532271A}"/>
              </a:ext>
            </a:extLst>
          </p:cNvPr>
          <p:cNvSpPr/>
          <p:nvPr userDrawn="1"/>
        </p:nvSpPr>
        <p:spPr>
          <a:xfrm>
            <a:off x="-1650878" y="1298021"/>
            <a:ext cx="1368000" cy="639789"/>
          </a:xfrm>
          <a:prstGeom prst="rect">
            <a:avLst/>
          </a:prstGeom>
          <a:solidFill>
            <a:srgbClr val="002D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45 / B 79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C0DDC53-1FD4-44AF-8EF0-720C6D2931DF}"/>
              </a:ext>
            </a:extLst>
          </p:cNvPr>
          <p:cNvSpPr/>
          <p:nvPr userDrawn="1"/>
        </p:nvSpPr>
        <p:spPr>
          <a:xfrm>
            <a:off x="-1650878" y="1937810"/>
            <a:ext cx="1368000" cy="639789"/>
          </a:xfrm>
          <a:prstGeom prst="rect">
            <a:avLst/>
          </a:prstGeom>
          <a:solidFill>
            <a:srgbClr val="004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0 / G 70 / B 123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6005C0-2280-4164-B228-B700614B9302}"/>
              </a:ext>
            </a:extLst>
          </p:cNvPr>
          <p:cNvSpPr/>
          <p:nvPr userDrawn="1"/>
        </p:nvSpPr>
        <p:spPr>
          <a:xfrm>
            <a:off x="-1650878" y="2577599"/>
            <a:ext cx="1368000" cy="639789"/>
          </a:xfrm>
          <a:prstGeom prst="rect">
            <a:avLst/>
          </a:prstGeom>
          <a:solidFill>
            <a:srgbClr val="3B8F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050" b="1" dirty="0">
                <a:solidFill>
                  <a:prstClr val="white"/>
                </a:solidFill>
              </a:rPr>
              <a:t>R 53 / G 143 / B 207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995186-2CB7-47C7-BB65-100B5B8144A7}"/>
              </a:ext>
            </a:extLst>
          </p:cNvPr>
          <p:cNvSpPr/>
          <p:nvPr userDrawn="1"/>
        </p:nvSpPr>
        <p:spPr>
          <a:xfrm>
            <a:off x="-1653065" y="3217388"/>
            <a:ext cx="1368000" cy="639789"/>
          </a:xfrm>
          <a:prstGeom prst="rect">
            <a:avLst/>
          </a:prstGeom>
          <a:solidFill>
            <a:srgbClr val="8ACC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138 / G 204 / B 254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98930DF-53E3-47DC-A171-0CAAE6E20BDF}"/>
              </a:ext>
            </a:extLst>
          </p:cNvPr>
          <p:cNvSpPr/>
          <p:nvPr userDrawn="1"/>
        </p:nvSpPr>
        <p:spPr>
          <a:xfrm>
            <a:off x="-3023252" y="1298021"/>
            <a:ext cx="1368000" cy="63978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127 / G 127 / B 127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C8B856C-8D6C-4B1B-8B95-2BF0D57C300D}"/>
              </a:ext>
            </a:extLst>
          </p:cNvPr>
          <p:cNvSpPr/>
          <p:nvPr userDrawn="1"/>
        </p:nvSpPr>
        <p:spPr>
          <a:xfrm>
            <a:off x="-3023252" y="1937810"/>
            <a:ext cx="1368000" cy="63978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166 / G 166 / B 166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BC8A922-625A-4158-B253-2CCD9F32D497}"/>
              </a:ext>
            </a:extLst>
          </p:cNvPr>
          <p:cNvSpPr/>
          <p:nvPr userDrawn="1"/>
        </p:nvSpPr>
        <p:spPr>
          <a:xfrm>
            <a:off x="-3023252" y="2577599"/>
            <a:ext cx="1368000" cy="6397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prstClr val="white"/>
                </a:solidFill>
              </a:rPr>
              <a:t>R 191 / G 191 / B 191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ABE140A-8971-4BED-9B90-56A243B7678B}"/>
              </a:ext>
            </a:extLst>
          </p:cNvPr>
          <p:cNvSpPr/>
          <p:nvPr userDrawn="1"/>
        </p:nvSpPr>
        <p:spPr>
          <a:xfrm>
            <a:off x="-3027626" y="3217388"/>
            <a:ext cx="1370187" cy="6397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s-PE" sz="1050" b="1" dirty="0">
                <a:solidFill>
                  <a:schemeClr val="bg1">
                    <a:lumMod val="50000"/>
                  </a:schemeClr>
                </a:solidFill>
              </a:rPr>
              <a:t>R 255 / G 255 / B 255</a:t>
            </a:r>
          </a:p>
        </p:txBody>
      </p:sp>
      <p:sp>
        <p:nvSpPr>
          <p:cNvPr id="24" name="Marcador de posición de imagen 2">
            <a:extLst>
              <a:ext uri="{FF2B5EF4-FFF2-40B4-BE49-F238E27FC236}">
                <a16:creationId xmlns:a16="http://schemas.microsoft.com/office/drawing/2014/main" id="{72EDE14D-09D7-4651-81F7-82980919421F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430953" y="1596114"/>
            <a:ext cx="3267064" cy="32405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25" name="Marcador de texto 3">
            <a:extLst>
              <a:ext uri="{FF2B5EF4-FFF2-40B4-BE49-F238E27FC236}">
                <a16:creationId xmlns:a16="http://schemas.microsoft.com/office/drawing/2014/main" id="{1A5C29D1-F14A-467D-BC1C-EB596EE65E4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430953" y="4964955"/>
            <a:ext cx="3267064" cy="109895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2D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6" name="Marcador de posición de imagen 2">
            <a:extLst>
              <a:ext uri="{FF2B5EF4-FFF2-40B4-BE49-F238E27FC236}">
                <a16:creationId xmlns:a16="http://schemas.microsoft.com/office/drawing/2014/main" id="{B4F37102-D717-4C97-B4D6-8F4FB895EC5B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449500" y="1596114"/>
            <a:ext cx="3267064" cy="32405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37B09C29-8D10-400F-BAAA-37826888C62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449500" y="4964956"/>
            <a:ext cx="3267064" cy="1098958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2D4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226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C5144-C992-4365-888D-F44B901B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79E0A4-7DFE-435A-988B-D2FC59D0D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04845-ADF9-43B7-A441-2DA6111F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8F82-E999-4173-BE10-01C42B970488}" type="datetime1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B75F2B-E967-4A70-91C3-84EEBEBF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C9BEB4-4A04-48C9-912B-58FE0DAB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852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C9C9E-7869-4757-9CA1-E5B03298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E7BF8-DEC3-42A8-B1CF-12FC46D4E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C3509E-5FB1-48E5-961A-D4D641CA8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E4472-0FCE-459F-B54B-60D48E11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1728-9919-4891-9ADC-04042691A5DE}" type="datetime1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B3B42-3D1E-452B-8FCC-C9998EDB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C1673B-39B6-4FBF-B2EA-22CF069D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93427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E71EE-3A69-4FD8-A658-0500AEFF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0CB333-F17D-4CE1-A520-377871D5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E34718-B753-404E-9AC0-5C10AC409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6F8E45-520E-418A-A204-0F7562137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454272-43A7-4CF3-B00C-6E976BAEA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63F0C0-C4CA-4966-BAF5-DBC9BB9F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E13D-81D6-4CA3-BCA8-3994BC0A440B}" type="datetime1">
              <a:rPr lang="es-PE" smtClean="0"/>
              <a:t>1/09/2026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3587F8-551A-4E88-958E-980A694D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BBAE48-3B46-4102-926E-64458C14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4816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B7024-7416-4CA8-AF25-72933072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75D34A-6E9D-4791-B318-55015B46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026E-9C1F-4DC1-95D9-22D55A2E25D6}" type="datetime1">
              <a:rPr lang="es-PE" smtClean="0"/>
              <a:t>1/09/2026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D8E655-28A3-4F89-9D8D-6C4355A88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C7D9EF-0ADC-4982-8166-FEDEE12E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8911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8C1B2C-FB7B-43B1-B17F-0E9FE39B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91C9F-2F16-42BF-A989-028BFB70CE32}" type="datetime1">
              <a:rPr lang="es-PE" smtClean="0"/>
              <a:t>1/09/2026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0C5927B-43D0-4675-9FE2-1256B077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E2FF0-DAD3-4017-933A-5E5FE6B6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7720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8625D-85F7-447D-925D-8C756EED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5A2677-58A4-48E1-8FCC-929377CA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54CAF1-8066-4AD1-A7E8-B3285D73A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4D921-B80A-4BF6-8D64-F947FDEAA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F631-DCCD-4033-A0AC-6714CC3774E4}" type="datetime1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FDC1F9-726A-4D1D-932E-2AAC5F86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EB1D5-08F0-49BD-B160-C2A1D940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2211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0D0D-089E-45F2-BB06-4F5C1C80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A83D67-2B5A-45AD-8A1C-6503289C4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FB29EC-8647-42A4-9D1D-BFA27F90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64F0-3885-4EE3-A0BB-23E2BC4D96B2}" type="datetime1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38AE54-0BF2-4E14-ACFD-69A763EA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E59240-BCC1-4FC3-A221-FC24F4AF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5455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D55157-D5EA-423A-93F0-0DDAF8349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2D4BD5-BC2B-4A65-A88A-7591504BF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79C89E-612E-4148-B982-8A5D1C0E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ECD1-F572-4C7A-92B7-AD21A4253A9B}" type="datetime1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76467-EBFC-4986-8EE6-CF3A86AC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E0021-D104-4C4C-B5BA-0529940E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5001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56CAB-57EA-49ED-A943-9B5316C4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4CFF22-D9A1-4C04-8F6D-2128DF34C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CEB6F-5736-43B8-AE68-A6477F6E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9681-E46F-4BE2-9F3B-9D759C0DAB4E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2919A-39A8-485A-A658-6D23D656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389454-0935-4247-BD22-898D22CA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6B45-222F-4AF6-AC25-1BA8A76D32C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26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929107-3F21-4336-8730-4B4230D8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5C5D6-46CA-47D6-8B64-46FD54655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A8FE59-184E-4A42-9B8D-E661324FB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4DE23-3D34-41EA-8F32-C12471C7F976}" type="datetime1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0E899A-B30C-4D7F-A9BA-9B39515F8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0EF72C-D924-42A3-8E31-F92BAFC60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1AEB1-49F4-4697-BDD8-0C14A1303D6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385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61" r:id="rId4"/>
    <p:sldLayoutId id="2147483657" r:id="rId5"/>
    <p:sldLayoutId id="2147483662" r:id="rId6"/>
    <p:sldLayoutId id="2147483675" r:id="rId7"/>
    <p:sldLayoutId id="2147483676" r:id="rId8"/>
    <p:sldLayoutId id="2147483677" r:id="rId9"/>
    <p:sldLayoutId id="2147483660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8" r:id="rId16"/>
    <p:sldLayoutId id="2147483659" r:id="rId17"/>
    <p:sldLayoutId id="2147483678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95272D7A-4F72-B0DD-4A3A-47D4B75BD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1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 descr="Imagen que contiene dibujo, señal, camiseta&#10;&#10;Descripción generada automáticamente">
            <a:extLst>
              <a:ext uri="{FF2B5EF4-FFF2-40B4-BE49-F238E27FC236}">
                <a16:creationId xmlns:a16="http://schemas.microsoft.com/office/drawing/2014/main" id="{EF164445-9591-4323-A0A9-C68FD9306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2414" y="253276"/>
            <a:ext cx="9527171" cy="6351447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FED41B56-2576-4B6B-83B2-280C7D7B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670" y="5223219"/>
            <a:ext cx="7931305" cy="846278"/>
          </a:xfrm>
        </p:spPr>
        <p:txBody>
          <a:bodyPr>
            <a:normAutofit fontScale="90000"/>
          </a:bodyPr>
          <a:lstStyle/>
          <a:p>
            <a:pPr algn="ctr"/>
            <a:r>
              <a:rPr lang="es-PE" sz="2800" b="1" dirty="0">
                <a:solidFill>
                  <a:srgbClr val="084E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 DE COMPETENCIA</a:t>
            </a:r>
          </a:p>
          <a:p>
            <a:pPr algn="ctr"/>
            <a:r>
              <a:rPr lang="es-PE" sz="2800" b="1" dirty="0">
                <a:solidFill>
                  <a:srgbClr val="084E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 AÑO</a:t>
            </a:r>
          </a:p>
        </p:txBody>
      </p:sp>
    </p:spTree>
    <p:extLst>
      <p:ext uri="{BB962C8B-B14F-4D97-AF65-F5344CB8AC3E}">
        <p14:creationId xmlns:p14="http://schemas.microsoft.com/office/powerpoint/2010/main" val="304220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48ED5E-270F-4AA2-BC30-DEFD9097D7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37" y="749706"/>
            <a:ext cx="11427090" cy="326878"/>
          </a:xfrm>
        </p:spPr>
        <p:txBody>
          <a:bodyPr/>
          <a:lstStyle/>
          <a:p>
            <a:r>
              <a:rPr lang="es-PE" dirty="0">
                <a:solidFill>
                  <a:srgbClr val="3B8F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general de competencia en los Puntos de ventas cubiertos por (Mercaderistas y Promotores).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0504549-E32D-4248-A49C-9E52451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37" y="359670"/>
            <a:ext cx="8816411" cy="390036"/>
          </a:xfrm>
        </p:spPr>
        <p:txBody>
          <a:bodyPr/>
          <a:lstStyle/>
          <a:p>
            <a:r>
              <a:rPr lang="es-P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 COMPETENCIA 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9D83C98-536D-4D38-B9C2-680CEFB9F7F8}"/>
              </a:ext>
            </a:extLst>
          </p:cNvPr>
          <p:cNvCxnSpPr/>
          <p:nvPr/>
        </p:nvCxnSpPr>
        <p:spPr>
          <a:xfrm>
            <a:off x="314337" y="1258957"/>
            <a:ext cx="113343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oto 1"/>
          <p:cNvSpPr/>
          <p:nvPr/>
        </p:nvSpPr>
        <p:spPr>
          <a:xfrm>
            <a:off x="314337" y="1450000"/>
            <a:ext cx="3625708" cy="355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="ctr"/>
          <a:lstStyle/>
          <a:p>
            <a:pPr algn="ctr"/>
            <a:r>
              <a:rPr lang="es-EC" sz="1400"/>
              <a:t>FOTO 1</a:t>
            </a:r>
          </a:p>
        </p:txBody>
      </p:sp>
      <p:sp>
        <p:nvSpPr>
          <p:cNvPr id="200" name="Pie 1"/>
          <p:cNvSpPr txBox="1"/>
          <p:nvPr/>
        </p:nvSpPr>
        <p:spPr>
          <a:xfrm>
            <a:off x="314337" y="5080000"/>
            <a:ext cx="3625708" cy="7000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lvl="0" algn="ctr">
              <a:defRPr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C" dirty="0"/>
              <a:t>DESCRIPCIÓN DE LO ENCONTRADO</a:t>
            </a:r>
          </a:p>
          <a:p>
            <a:r>
              <a:rPr lang="es-EC" sz="1000" b="0" dirty="0"/>
              <a:t>PUNTO DE VENTA - CIUDAD</a:t>
            </a:r>
          </a:p>
        </p:txBody>
      </p:sp>
      <p:sp>
        <p:nvSpPr>
          <p:cNvPr id="101" name="Foto 2"/>
          <p:cNvSpPr/>
          <p:nvPr/>
        </p:nvSpPr>
        <p:spPr>
          <a:xfrm>
            <a:off x="4168645" y="1450000"/>
            <a:ext cx="3625708" cy="355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="ctr"/>
          <a:lstStyle/>
          <a:p>
            <a:pPr algn="ctr"/>
            <a:r>
              <a:rPr lang="es-EC" sz="1400"/>
              <a:t>FOTO 2</a:t>
            </a:r>
          </a:p>
        </p:txBody>
      </p:sp>
      <p:sp>
        <p:nvSpPr>
          <p:cNvPr id="201" name="Pie 2"/>
          <p:cNvSpPr txBox="1"/>
          <p:nvPr/>
        </p:nvSpPr>
        <p:spPr>
          <a:xfrm>
            <a:off x="4168645" y="5080000"/>
            <a:ext cx="3625708" cy="7000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lvl="0" algn="ctr">
              <a:defRPr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C" dirty="0"/>
              <a:t>DESCRIPCIÓN DE LO ENCONTRADO</a:t>
            </a:r>
          </a:p>
          <a:p>
            <a:r>
              <a:rPr lang="es-EC" sz="1000" b="0" dirty="0"/>
              <a:t>PUNTO DE VENTA - CIUDAD</a:t>
            </a:r>
          </a:p>
        </p:txBody>
      </p:sp>
      <p:sp>
        <p:nvSpPr>
          <p:cNvPr id="102" name="Foto 3"/>
          <p:cNvSpPr/>
          <p:nvPr/>
        </p:nvSpPr>
        <p:spPr>
          <a:xfrm>
            <a:off x="8022953" y="1450000"/>
            <a:ext cx="3625708" cy="355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="ctr"/>
          <a:lstStyle/>
          <a:p>
            <a:pPr algn="ctr"/>
            <a:r>
              <a:rPr lang="es-EC" sz="1400"/>
              <a:t>FOTO 3</a:t>
            </a:r>
          </a:p>
        </p:txBody>
      </p:sp>
      <p:sp>
        <p:nvSpPr>
          <p:cNvPr id="202" name="Pie 3"/>
          <p:cNvSpPr txBox="1"/>
          <p:nvPr/>
        </p:nvSpPr>
        <p:spPr>
          <a:xfrm>
            <a:off x="8022953" y="5080000"/>
            <a:ext cx="3625708" cy="7000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lvl="0" algn="ctr">
              <a:defRPr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C" dirty="0"/>
              <a:t>DESCRIPCIÓN DE LO ENCONTRADO</a:t>
            </a:r>
          </a:p>
          <a:p>
            <a:r>
              <a:rPr lang="es-EC" sz="1000" b="0" dirty="0"/>
              <a:t>PUNTO DE VENTA - CIUDAD</a:t>
            </a:r>
          </a:p>
        </p:txBody>
      </p:sp>
    </p:spTree>
    <p:extLst>
      <p:ext uri="{BB962C8B-B14F-4D97-AF65-F5344CB8AC3E}">
        <p14:creationId xmlns:p14="http://schemas.microsoft.com/office/powerpoint/2010/main" val="29209219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10557</TotalTime>
  <Words>767</Words>
  <Application>Microsoft Office PowerPoint</Application>
  <PresentationFormat>Panorámica</PresentationFormat>
  <Paragraphs>70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INFORME DE COMPETENCIA AGOSTO  2026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  <vt:lpstr>REPORTE COMPETENCIA AGOSTO - RETAIL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Mayra Parrales Alvarez</dc:creator>
  <cp:lastModifiedBy>Carlos Moreira</cp:lastModifiedBy>
  <cp:revision>676</cp:revision>
  <dcterms:created xsi:type="dcterms:W3CDTF">2019-02-27T15:39:35Z</dcterms:created>
  <dcterms:modified xsi:type="dcterms:W3CDTF">2026-09-02T15:53:03Z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2023-09-01T15:06:52Z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9737dbb8-473d-434e-9ab5-a7b162542696</vt:lpwstr>
  </property>
  <property fmtid="{D5CDD505-2E9C-101B-9397-08002B2CF9AE}" pid="8" name="MSIP_Label_fe55eccb-a6cb-4371-9596-60001fa51bf2_ContentBits">
    <vt:lpwstr>0</vt:lpwstr>
  </property>
</Properties>
</file>