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9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EPSON DAY" id="{BBC5D310-41B0-4FDF-8E29-FBF651F79543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EPSON DAY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 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3" name="Imagen 2" descr="Epson-Logo – Specialised Imaging Solutions Limited">
            <a:extLst>
              <a:ext uri="{FF2B5EF4-FFF2-40B4-BE49-F238E27FC236}">
                <a16:creationId xmlns:a16="http://schemas.microsoft.com/office/drawing/2014/main" id="{40E04C4A-D33A-71EA-93FB-A6F549C7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9" r="314" b="27720"/>
          <a:stretch>
            <a:fillRect/>
          </a:stretch>
        </p:blipFill>
        <p:spPr>
          <a:xfrm>
            <a:off x="3842079" y="2413165"/>
            <a:ext cx="4507842" cy="1238568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226F2E8-ED90-CC43-D3A1-32E18F297FA6}"/>
              </a:ext>
            </a:extLst>
          </p:cNvPr>
          <p:cNvCxnSpPr/>
          <p:nvPr/>
        </p:nvCxnSpPr>
        <p:spPr>
          <a:xfrm>
            <a:off x="4256297" y="3825551"/>
            <a:ext cx="3486778" cy="0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FDBC-F100-FA42-6667-DDB14BC6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F2536C-9174-8B03-30EA-8EE02DC76B9F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EPSON DAY</a:t>
            </a:r>
            <a:endParaRPr lang="es-EC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BA2924D-B1C4-5836-8F10-439978835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571" y="1045029"/>
            <a:ext cx="2045931" cy="1381668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4B382267-6AA5-11AD-B62E-88E76B7FD4DE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B9FB90-FD40-2921-C340-5B9A7C5A9B84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59B3EA-A1CD-30A1-8125-0DC4A544A119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5B4B781-D6D4-1119-FAD9-6D3D3AF88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46EBF1B7-827E-2EDD-B224-73212122A982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7B30EFB-A3CA-25C9-C0D5-CBC6D28D5797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ACTIVIDAD IMPULSO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CB39B44-1E8F-EDC2-3417-24991764F22A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0523109-9015-01D5-F30C-F127659AC33C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5316C485-96D6-B7CE-99EC-26C44BAA9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4" y="1045029"/>
            <a:ext cx="2045931" cy="1381668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95325DCE-E50F-6B39-C9E1-C90081D0E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4326" y="1134278"/>
            <a:ext cx="175147" cy="24520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913CEE8E-798D-33EB-320F-D261CDA8CDDC}"/>
              </a:ext>
            </a:extLst>
          </p:cNvPr>
          <p:cNvSpPr txBox="1"/>
          <p:nvPr/>
        </p:nvSpPr>
        <p:spPr>
          <a:xfrm>
            <a:off x="2619374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COBERTURA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0385CD3-4FB4-752B-A552-5D71AB309E7F}"/>
              </a:ext>
            </a:extLst>
          </p:cNvPr>
          <p:cNvSpPr txBox="1"/>
          <p:nvPr/>
        </p:nvSpPr>
        <p:spPr>
          <a:xfrm>
            <a:off x="4806571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5A50DBC-38B4-A3CC-52C0-0751A92FA503}"/>
              </a:ext>
            </a:extLst>
          </p:cNvPr>
          <p:cNvSpPr txBox="1"/>
          <p:nvPr/>
        </p:nvSpPr>
        <p:spPr>
          <a:xfrm>
            <a:off x="3287775" y="1562063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40 %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3F6A68E-41EC-FC63-4DB1-FE3E8E1962F2}"/>
              </a:ext>
            </a:extLst>
          </p:cNvPr>
          <p:cNvSpPr txBox="1"/>
          <p:nvPr/>
        </p:nvSpPr>
        <p:spPr>
          <a:xfrm>
            <a:off x="2650690" y="2044209"/>
            <a:ext cx="1810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5 TIENDAS A NIVEL NACIONAL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 TIENDAS COBERTURADAS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BFBAA7F-D3E5-A983-C830-0F8E87C93664}"/>
              </a:ext>
            </a:extLst>
          </p:cNvPr>
          <p:cNvSpPr txBox="1"/>
          <p:nvPr/>
        </p:nvSpPr>
        <p:spPr>
          <a:xfrm>
            <a:off x="5508578" y="1570242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30 %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6B31377-CD8B-BBB6-478D-61B13083D50D}"/>
              </a:ext>
            </a:extLst>
          </p:cNvPr>
          <p:cNvSpPr txBox="1"/>
          <p:nvPr/>
        </p:nvSpPr>
        <p:spPr>
          <a:xfrm>
            <a:off x="4871493" y="2052388"/>
            <a:ext cx="1981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 CLIENTES VISITARON LA TIENDA</a:t>
            </a:r>
          </a:p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 CLIENTES INTERACTUARON</a:t>
            </a:r>
          </a:p>
        </p:txBody>
      </p:sp>
      <p:pic>
        <p:nvPicPr>
          <p:cNvPr id="39" name="Gráfico 38">
            <a:extLst>
              <a:ext uri="{FF2B5EF4-FFF2-40B4-BE49-F238E27FC236}">
                <a16:creationId xmlns:a16="http://schemas.microsoft.com/office/drawing/2014/main" id="{9EBD2B53-A15B-46FB-BAB9-33D6D4E28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3768" y="1045029"/>
            <a:ext cx="2045931" cy="1381668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61E29265-BA51-E3EB-A860-BE4D638C1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0302" y="1134278"/>
            <a:ext cx="282931" cy="245207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ED5E786A-3C6A-8D1C-5220-367569FA99FE}"/>
              </a:ext>
            </a:extLst>
          </p:cNvPr>
          <p:cNvSpPr txBox="1"/>
          <p:nvPr/>
        </p:nvSpPr>
        <p:spPr>
          <a:xfrm>
            <a:off x="6993768" y="1134278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691B531-A4D1-8944-646E-2429D8995A06}"/>
              </a:ext>
            </a:extLst>
          </p:cNvPr>
          <p:cNvSpPr txBox="1"/>
          <p:nvPr/>
        </p:nvSpPr>
        <p:spPr>
          <a:xfrm>
            <a:off x="7695775" y="1570242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67 %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A7BA5BD-DE4A-6AE2-4AC9-F4AF2D400602}"/>
              </a:ext>
            </a:extLst>
          </p:cNvPr>
          <p:cNvSpPr txBox="1"/>
          <p:nvPr/>
        </p:nvSpPr>
        <p:spPr>
          <a:xfrm>
            <a:off x="7058690" y="205238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 VENTAS EFECTIVAS</a:t>
            </a: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F2469F36-B8CA-3D07-AF42-048450B8AF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1235" y="1128163"/>
            <a:ext cx="230949" cy="263942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F57BB33-18FB-72F7-7165-50F177C91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3282" y="2700501"/>
            <a:ext cx="2858230" cy="708625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13EEA0EF-A22A-0C5B-F46E-62F35DE1E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3281" y="3590880"/>
            <a:ext cx="2858230" cy="708625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6CC7B6B2-67B1-015C-6AAB-8871A9F5C6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9718" y="2569409"/>
            <a:ext cx="3209982" cy="1921530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C2F44108-AE82-8ECC-85B1-8417C3A02768}"/>
              </a:ext>
            </a:extLst>
          </p:cNvPr>
          <p:cNvSpPr txBox="1"/>
          <p:nvPr/>
        </p:nvSpPr>
        <p:spPr>
          <a:xfrm>
            <a:off x="5801647" y="302793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2C0C166E-1391-FF6E-9082-F4B828C06F76}"/>
              </a:ext>
            </a:extLst>
          </p:cNvPr>
          <p:cNvGrpSpPr/>
          <p:nvPr/>
        </p:nvGrpSpPr>
        <p:grpSpPr>
          <a:xfrm>
            <a:off x="6415448" y="2943959"/>
            <a:ext cx="2431998" cy="207268"/>
            <a:chOff x="6501235" y="2831998"/>
            <a:chExt cx="2431998" cy="20726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8E7C8DC2-A4CE-DF12-346A-43E906E114DF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BD9E43B4-B99F-DAF0-DC52-00640DABE34E}"/>
                </a:ext>
              </a:extLst>
            </p:cNvPr>
            <p:cNvSpPr/>
            <p:nvPr/>
          </p:nvSpPr>
          <p:spPr>
            <a:xfrm>
              <a:off x="6501235" y="2836928"/>
              <a:ext cx="198100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D809D83-DD3C-7363-E801-496C5FD3761E}"/>
              </a:ext>
            </a:extLst>
          </p:cNvPr>
          <p:cNvSpPr txBox="1"/>
          <p:nvPr/>
        </p:nvSpPr>
        <p:spPr>
          <a:xfrm>
            <a:off x="5801647" y="329114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L4260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15192DF-6B89-7513-0476-60169E075FD9}"/>
              </a:ext>
            </a:extLst>
          </p:cNvPr>
          <p:cNvSpPr txBox="1"/>
          <p:nvPr/>
        </p:nvSpPr>
        <p:spPr>
          <a:xfrm>
            <a:off x="5801647" y="354300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L4360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305079E-D8A9-6DCE-5BF9-94EFCD39C09C}"/>
              </a:ext>
            </a:extLst>
          </p:cNvPr>
          <p:cNvSpPr txBox="1"/>
          <p:nvPr/>
        </p:nvSpPr>
        <p:spPr>
          <a:xfrm>
            <a:off x="5801647" y="384269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7F04089-A18E-C0F8-2ED6-D952206F384F}"/>
              </a:ext>
            </a:extLst>
          </p:cNvPr>
          <p:cNvSpPr txBox="1"/>
          <p:nvPr/>
        </p:nvSpPr>
        <p:spPr>
          <a:xfrm>
            <a:off x="5801647" y="415179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664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6A16DC29-6197-B0D0-1BFC-B8682E8299E9}"/>
              </a:ext>
            </a:extLst>
          </p:cNvPr>
          <p:cNvGrpSpPr/>
          <p:nvPr/>
        </p:nvGrpSpPr>
        <p:grpSpPr>
          <a:xfrm>
            <a:off x="6415448" y="3244841"/>
            <a:ext cx="2431998" cy="207268"/>
            <a:chOff x="6501235" y="2831998"/>
            <a:chExt cx="2431998" cy="207268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0BC7A27-CBEE-C045-F63C-129A91E76321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4F40E3E5-259E-5A67-1670-6F3D22210C54}"/>
                </a:ext>
              </a:extLst>
            </p:cNvPr>
            <p:cNvSpPr/>
            <p:nvPr/>
          </p:nvSpPr>
          <p:spPr>
            <a:xfrm>
              <a:off x="6501236" y="2836928"/>
              <a:ext cx="1758168" cy="193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1B48A996-D5D3-470E-1C22-A773592E4584}"/>
              </a:ext>
            </a:extLst>
          </p:cNvPr>
          <p:cNvGrpSpPr/>
          <p:nvPr/>
        </p:nvGrpSpPr>
        <p:grpSpPr>
          <a:xfrm>
            <a:off x="6415448" y="3545723"/>
            <a:ext cx="2431998" cy="207268"/>
            <a:chOff x="6501235" y="2831998"/>
            <a:chExt cx="2431998" cy="207268"/>
          </a:xfrm>
        </p:grpSpPr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21060653-AC5C-28D6-C4E3-E82D96ECF3CB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A1C7F33C-0CDB-DBA9-8F02-C42C9C276BE4}"/>
                </a:ext>
              </a:extLst>
            </p:cNvPr>
            <p:cNvSpPr/>
            <p:nvPr/>
          </p:nvSpPr>
          <p:spPr>
            <a:xfrm>
              <a:off x="6501235" y="2836928"/>
              <a:ext cx="1519389" cy="1952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4737419B-AD9A-C05C-F98D-ADA905C35049}"/>
              </a:ext>
            </a:extLst>
          </p:cNvPr>
          <p:cNvGrpSpPr/>
          <p:nvPr/>
        </p:nvGrpSpPr>
        <p:grpSpPr>
          <a:xfrm>
            <a:off x="6415448" y="3846605"/>
            <a:ext cx="2431998" cy="207268"/>
            <a:chOff x="6501235" y="2831998"/>
            <a:chExt cx="2431998" cy="207268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CC476F15-DD28-AB34-8964-6FA400FC686A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947C2D93-97AF-85BB-CF59-DB0C6F9A79D1}"/>
                </a:ext>
              </a:extLst>
            </p:cNvPr>
            <p:cNvSpPr/>
            <p:nvPr/>
          </p:nvSpPr>
          <p:spPr>
            <a:xfrm>
              <a:off x="6501235" y="2836928"/>
              <a:ext cx="128713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17C2DF46-1EA8-EFAF-98B6-4965C64D4D06}"/>
              </a:ext>
            </a:extLst>
          </p:cNvPr>
          <p:cNvGrpSpPr/>
          <p:nvPr/>
        </p:nvGrpSpPr>
        <p:grpSpPr>
          <a:xfrm>
            <a:off x="6415448" y="4147488"/>
            <a:ext cx="2431998" cy="207268"/>
            <a:chOff x="6501235" y="2831998"/>
            <a:chExt cx="2431998" cy="207268"/>
          </a:xfrm>
        </p:grpSpPr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75577E34-974B-2A6E-844D-A4F0B939FD14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244E2E63-26CE-02EF-375D-A94855AF6871}"/>
                </a:ext>
              </a:extLst>
            </p:cNvPr>
            <p:cNvSpPr/>
            <p:nvPr/>
          </p:nvSpPr>
          <p:spPr>
            <a:xfrm>
              <a:off x="6501235" y="2836928"/>
              <a:ext cx="175816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31FCCE5-8261-EEA5-146A-9C2FBAE00211}"/>
              </a:ext>
            </a:extLst>
          </p:cNvPr>
          <p:cNvSpPr txBox="1"/>
          <p:nvPr/>
        </p:nvSpPr>
        <p:spPr>
          <a:xfrm>
            <a:off x="8526352" y="294888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6D62A89-562A-5CD1-4EF1-0691A1E4F41D}"/>
              </a:ext>
            </a:extLst>
          </p:cNvPr>
          <p:cNvSpPr txBox="1"/>
          <p:nvPr/>
        </p:nvSpPr>
        <p:spPr>
          <a:xfrm>
            <a:off x="8526352" y="4151792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137C30B-C82E-ABEC-869D-515ABD3001E8}"/>
              </a:ext>
            </a:extLst>
          </p:cNvPr>
          <p:cNvSpPr txBox="1"/>
          <p:nvPr/>
        </p:nvSpPr>
        <p:spPr>
          <a:xfrm>
            <a:off x="8526352" y="384780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128FC7FB-48DA-9730-DEF1-319EAF2F4C27}"/>
              </a:ext>
            </a:extLst>
          </p:cNvPr>
          <p:cNvSpPr txBox="1"/>
          <p:nvPr/>
        </p:nvSpPr>
        <p:spPr>
          <a:xfrm>
            <a:off x="8526352" y="357197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28605E55-F4FE-56A3-2C28-C6DD56FA18D0}"/>
              </a:ext>
            </a:extLst>
          </p:cNvPr>
          <p:cNvSpPr txBox="1"/>
          <p:nvPr/>
        </p:nvSpPr>
        <p:spPr>
          <a:xfrm>
            <a:off x="8526352" y="3250549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BDC85BE-1E7F-6364-E080-99583F5F9A29}"/>
              </a:ext>
            </a:extLst>
          </p:cNvPr>
          <p:cNvSpPr txBox="1"/>
          <p:nvPr/>
        </p:nvSpPr>
        <p:spPr>
          <a:xfrm>
            <a:off x="4244546" y="2951403"/>
            <a:ext cx="1179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L3250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C98093C-969D-74A0-8789-2E9EF98EE56E}"/>
              </a:ext>
            </a:extLst>
          </p:cNvPr>
          <p:cNvSpPr txBox="1"/>
          <p:nvPr/>
        </p:nvSpPr>
        <p:spPr>
          <a:xfrm>
            <a:off x="4146309" y="3181247"/>
            <a:ext cx="1453281" cy="219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MAYOR VENTA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A731DF82-44E7-868A-68FE-8972B5412C40}"/>
              </a:ext>
            </a:extLst>
          </p:cNvPr>
          <p:cNvSpPr txBox="1"/>
          <p:nvPr/>
        </p:nvSpPr>
        <p:spPr>
          <a:xfrm>
            <a:off x="3942270" y="3792619"/>
            <a:ext cx="178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PACK 544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B77617EC-D19E-B742-9A42-C32392561C0C}"/>
              </a:ext>
            </a:extLst>
          </p:cNvPr>
          <p:cNvSpPr txBox="1"/>
          <p:nvPr/>
        </p:nvSpPr>
        <p:spPr>
          <a:xfrm>
            <a:off x="4143851" y="4056272"/>
            <a:ext cx="14557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SKU CON MENOR VENTA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4655AD00-6D95-83EF-FAC1-020A89A687DC}"/>
              </a:ext>
            </a:extLst>
          </p:cNvPr>
          <p:cNvSpPr txBox="1"/>
          <p:nvPr/>
        </p:nvSpPr>
        <p:spPr>
          <a:xfrm>
            <a:off x="2975368" y="2847365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35 %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B25C2E6-B5D7-80DC-5D57-A95121E8B0D7}"/>
              </a:ext>
            </a:extLst>
          </p:cNvPr>
          <p:cNvSpPr txBox="1"/>
          <p:nvPr/>
        </p:nvSpPr>
        <p:spPr>
          <a:xfrm>
            <a:off x="2972573" y="3697410"/>
            <a:ext cx="883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10 %</a:t>
            </a:r>
          </a:p>
        </p:txBody>
      </p:sp>
      <p:pic>
        <p:nvPicPr>
          <p:cNvPr id="79" name="Gráfico 78">
            <a:extLst>
              <a:ext uri="{FF2B5EF4-FFF2-40B4-BE49-F238E27FC236}">
                <a16:creationId xmlns:a16="http://schemas.microsoft.com/office/drawing/2014/main" id="{D66D81A0-AD7A-8F2D-C7D4-266270456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8685" y="4698376"/>
            <a:ext cx="3092954" cy="1921530"/>
          </a:xfrm>
          <a:prstGeom prst="rect">
            <a:avLst/>
          </a:prstGeom>
        </p:spPr>
      </p:pic>
      <p:sp>
        <p:nvSpPr>
          <p:cNvPr id="80" name="Rectángulo 79">
            <a:extLst>
              <a:ext uri="{FF2B5EF4-FFF2-40B4-BE49-F238E27FC236}">
                <a16:creationId xmlns:a16="http://schemas.microsoft.com/office/drawing/2014/main" id="{482E3372-76D5-94C8-1D6B-1E4EEC5F35F8}"/>
              </a:ext>
            </a:extLst>
          </p:cNvPr>
          <p:cNvSpPr/>
          <p:nvPr/>
        </p:nvSpPr>
        <p:spPr>
          <a:xfrm rot="16200000">
            <a:off x="2873917" y="5316480"/>
            <a:ext cx="905791" cy="6802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9F9E9F46-804A-869B-E2F4-95834E478CCC}"/>
              </a:ext>
            </a:extLst>
          </p:cNvPr>
          <p:cNvCxnSpPr>
            <a:cxnSpLocks/>
          </p:cNvCxnSpPr>
          <p:nvPr/>
        </p:nvCxnSpPr>
        <p:spPr>
          <a:xfrm>
            <a:off x="2707405" y="6109492"/>
            <a:ext cx="2909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ángulo 81">
            <a:extLst>
              <a:ext uri="{FF2B5EF4-FFF2-40B4-BE49-F238E27FC236}">
                <a16:creationId xmlns:a16="http://schemas.microsoft.com/office/drawing/2014/main" id="{B0732DBC-8124-FACB-B798-F6002C1A8D71}"/>
              </a:ext>
            </a:extLst>
          </p:cNvPr>
          <p:cNvSpPr/>
          <p:nvPr/>
        </p:nvSpPr>
        <p:spPr>
          <a:xfrm rot="16200000">
            <a:off x="3993439" y="5620112"/>
            <a:ext cx="294514" cy="6802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786EA35F-C1A4-382E-0074-A4C6E4CD280F}"/>
              </a:ext>
            </a:extLst>
          </p:cNvPr>
          <p:cNvSpPr txBox="1"/>
          <p:nvPr/>
        </p:nvSpPr>
        <p:spPr>
          <a:xfrm>
            <a:off x="2817360" y="6146315"/>
            <a:ext cx="101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CLIENTES EN TIENDA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945AD004-C7DC-7EAB-F1B2-2B17748EB67A}"/>
              </a:ext>
            </a:extLst>
          </p:cNvPr>
          <p:cNvSpPr txBox="1"/>
          <p:nvPr/>
        </p:nvSpPr>
        <p:spPr>
          <a:xfrm>
            <a:off x="3617947" y="6220596"/>
            <a:ext cx="1047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298DD6F-AE33-2629-E1D4-99F5C9211814}"/>
              </a:ext>
            </a:extLst>
          </p:cNvPr>
          <p:cNvSpPr txBox="1"/>
          <p:nvPr/>
        </p:nvSpPr>
        <p:spPr>
          <a:xfrm>
            <a:off x="4578718" y="6220596"/>
            <a:ext cx="8086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VENTAS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6D7E8CEB-F186-29D7-A168-BEDFD5C44CEA}"/>
              </a:ext>
            </a:extLst>
          </p:cNvPr>
          <p:cNvSpPr/>
          <p:nvPr/>
        </p:nvSpPr>
        <p:spPr>
          <a:xfrm rot="16200000">
            <a:off x="4858160" y="5644278"/>
            <a:ext cx="246189" cy="680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9A44D34-8717-8939-35CC-985D66D11289}"/>
              </a:ext>
            </a:extLst>
          </p:cNvPr>
          <p:cNvSpPr txBox="1"/>
          <p:nvPr/>
        </p:nvSpPr>
        <p:spPr>
          <a:xfrm>
            <a:off x="3052183" y="4998736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100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88EF70AF-7824-72F3-A3BA-F677055E0C92}"/>
              </a:ext>
            </a:extLst>
          </p:cNvPr>
          <p:cNvSpPr txBox="1"/>
          <p:nvPr/>
        </p:nvSpPr>
        <p:spPr>
          <a:xfrm>
            <a:off x="3825167" y="5611414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FC6AEDB9-F869-914A-2911-9B8B73003BBF}"/>
              </a:ext>
            </a:extLst>
          </p:cNvPr>
          <p:cNvSpPr txBox="1"/>
          <p:nvPr/>
        </p:nvSpPr>
        <p:spPr>
          <a:xfrm>
            <a:off x="4664984" y="5656595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20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40BF88A5-AEAB-581C-1B8B-6249C1168373}"/>
              </a:ext>
            </a:extLst>
          </p:cNvPr>
          <p:cNvSpPr txBox="1"/>
          <p:nvPr/>
        </p:nvSpPr>
        <p:spPr>
          <a:xfrm>
            <a:off x="5823606" y="2585767"/>
            <a:ext cx="3221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VENTAS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91" name="Gráfico 90">
            <a:extLst>
              <a:ext uri="{FF2B5EF4-FFF2-40B4-BE49-F238E27FC236}">
                <a16:creationId xmlns:a16="http://schemas.microsoft.com/office/drawing/2014/main" id="{07DC101E-98DE-0D8D-94E7-59C28821B2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3852" y="4698376"/>
            <a:ext cx="3205847" cy="1916706"/>
          </a:xfrm>
          <a:prstGeom prst="rect">
            <a:avLst/>
          </a:prstGeom>
        </p:spPr>
      </p:pic>
      <p:sp>
        <p:nvSpPr>
          <p:cNvPr id="92" name="CuadroTexto 91">
            <a:extLst>
              <a:ext uri="{FF2B5EF4-FFF2-40B4-BE49-F238E27FC236}">
                <a16:creationId xmlns:a16="http://schemas.microsoft.com/office/drawing/2014/main" id="{FFCB767C-8527-12AB-5FF0-0BF63E1C1FE7}"/>
              </a:ext>
            </a:extLst>
          </p:cNvPr>
          <p:cNvSpPr txBox="1"/>
          <p:nvPr/>
        </p:nvSpPr>
        <p:spPr>
          <a:xfrm>
            <a:off x="5925045" y="4759047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9816B78D-2F82-A7BB-41C9-117B0ABD7196}"/>
              </a:ext>
            </a:extLst>
          </p:cNvPr>
          <p:cNvSpPr txBox="1"/>
          <p:nvPr/>
        </p:nvSpPr>
        <p:spPr>
          <a:xfrm>
            <a:off x="5931900" y="508132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BC662877-54C1-5AC3-567A-E76E84BEB662}"/>
              </a:ext>
            </a:extLst>
          </p:cNvPr>
          <p:cNvSpPr txBox="1"/>
          <p:nvPr/>
        </p:nvSpPr>
        <p:spPr>
          <a:xfrm>
            <a:off x="5931900" y="537252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AADAA643-3B55-F8ED-2AD0-6ADE097B1018}"/>
              </a:ext>
            </a:extLst>
          </p:cNvPr>
          <p:cNvSpPr txBox="1"/>
          <p:nvPr/>
        </p:nvSpPr>
        <p:spPr>
          <a:xfrm>
            <a:off x="5931900" y="5689700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567E11D3-F771-3D34-1539-05B24199CA45}"/>
              </a:ext>
            </a:extLst>
          </p:cNvPr>
          <p:cNvSpPr txBox="1"/>
          <p:nvPr/>
        </p:nvSpPr>
        <p:spPr>
          <a:xfrm>
            <a:off x="5953828" y="5986271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4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24F0D2B0-5834-5EC5-DA6C-58871DF66BA8}"/>
              </a:ext>
            </a:extLst>
          </p:cNvPr>
          <p:cNvSpPr txBox="1"/>
          <p:nvPr/>
        </p:nvSpPr>
        <p:spPr>
          <a:xfrm>
            <a:off x="5953828" y="627746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5</a:t>
            </a:r>
          </a:p>
        </p:txBody>
      </p:sp>
    </p:spTree>
    <p:extLst>
      <p:ext uri="{BB962C8B-B14F-4D97-AF65-F5344CB8AC3E}">
        <p14:creationId xmlns:p14="http://schemas.microsoft.com/office/powerpoint/2010/main" val="313613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2684-6EDE-5CAE-B8F0-C1CC324B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50C95C4-0D46-1B6A-77D4-189AE0E0561E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57A58B-6F65-D067-86A3-482EE376C2CD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CANAL DONDE SE HACE LA ACTIVIDAD / O EVENTO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61BE75-E7B2-C12E-3B98-DADB7EDB7F50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 LOS MATERIALES ENVIADOS</a:t>
            </a:r>
            <a:endParaRPr lang="es-EC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1C79AA9-4833-D475-1ECD-5E12E85147CF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 LA EVIDENCIA DE PUBLICACIÓN EN LAS REDES SOCIALES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F616B13-8521-3AA8-5F1D-2A2CCA1FDC69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 LA EVIDENCIA DE PUBLICACIÓN EN LAS REDES SOCIALES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84461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171</Words>
  <Application>Microsoft Office PowerPoint</Application>
  <PresentationFormat>Panorámica</PresentationFormat>
  <Paragraphs>55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Diego Antonio Constante Benavides</cp:lastModifiedBy>
  <cp:revision>32</cp:revision>
  <dcterms:created xsi:type="dcterms:W3CDTF">2023-12-05T22:05:31Z</dcterms:created>
  <dcterms:modified xsi:type="dcterms:W3CDTF">2026-10-04T00:33:16Z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