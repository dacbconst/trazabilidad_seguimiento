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78" r:id="rId4"/>
    <p:sldId id="279" r:id="rId5"/>
  </p:sldIdLst>
  <p:sldSz cx="12192000" cy="6858000"/>
  <p:notesSz cx="6858000" cy="9144000"/>
  <p:defaultTextStyle>
    <a:defPPr>
      <a:defRPr lang="es-EC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CION" id="{C092418E-1FB3-482F-9B3B-ED1A5D4977EF}">
          <p14:sldIdLst>
            <p14:sldId id="256"/>
            <p14:sldId id="257"/>
          </p14:sldIdLst>
        </p14:section>
        <p14:section name="EPSON DAY" id="{BBC5D310-41B0-4FDF-8E29-FBF651F79543}">
          <p14:sldIdLst>
            <p14:sldId id="278"/>
            <p14:sldId id="2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6419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noska Elizabeth SanMartin Bello" userId="02ab975b-960e-42bb-837d-f7df9595029a" providerId="ADAL" clId="{189961E0-6D24-43AC-8384-5AF5B7BC5063}"/>
    <pc:docChg chg="undo custSel addSld modSld addSection delSection modSection">
      <pc:chgData name="Ninoska Elizabeth SanMartin Bello" userId="02ab975b-960e-42bb-837d-f7df9595029a" providerId="ADAL" clId="{189961E0-6D24-43AC-8384-5AF5B7BC5063}" dt="2026-06-18T23:06:44.717" v="223" actId="14100"/>
      <pc:docMkLst>
        <pc:docMk/>
      </pc:docMkLst>
      <pc:sldChg chg="addSp delSp modSp mod">
        <pc:chgData name="Ninoska Elizabeth SanMartin Bello" userId="02ab975b-960e-42bb-837d-f7df9595029a" providerId="ADAL" clId="{189961E0-6D24-43AC-8384-5AF5B7BC5063}" dt="2026-06-18T23:04:22.778" v="214"/>
        <pc:sldMkLst>
          <pc:docMk/>
          <pc:sldMk cId="1676416835" sldId="265"/>
        </pc:sldMkLst>
        <pc:spChg chg="del mod">
          <ac:chgData name="Ninoska Elizabeth SanMartin Bello" userId="02ab975b-960e-42bb-837d-f7df9595029a" providerId="ADAL" clId="{189961E0-6D24-43AC-8384-5AF5B7BC5063}" dt="2026-06-18T23:02:51.342" v="211"/>
          <ac:spMkLst>
            <pc:docMk/>
            <pc:sldMk cId="1676416835" sldId="265"/>
            <ac:spMk id="4" creationId="{31C5D031-69CD-49F5-8F81-DCA9C8F277F9}"/>
          </ac:spMkLst>
        </pc:spChg>
        <pc:spChg chg="del mod">
          <ac:chgData name="Ninoska Elizabeth SanMartin Bello" userId="02ab975b-960e-42bb-837d-f7df9595029a" providerId="ADAL" clId="{189961E0-6D24-43AC-8384-5AF5B7BC5063}" dt="2026-06-18T22:55:13.705" v="175" actId="478"/>
          <ac:spMkLst>
            <pc:docMk/>
            <pc:sldMk cId="1676416835" sldId="265"/>
            <ac:spMk id="35" creationId="{BDFD00C9-5059-9C9B-0D29-5630140EC5EE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48" creationId="{EC31A34B-17E1-ED25-90CE-9D88080F52FD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49" creationId="{8C0E149B-7B94-8905-A933-95A983568EF7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1" creationId="{6E2643EA-DDED-9744-B7EC-30E20E24F580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2" creationId="{AE817ADF-450C-DB80-210F-3CF5FC5025B0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3" creationId="{F975CBBD-FF36-4087-6117-FFF01A8F6821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4" creationId="{E6B1C996-2E71-9A83-DE6E-10A18D71F8BD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5" creationId="{00F16202-0582-9097-1EBD-20A9DDB8BDF1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6" creationId="{331C44BE-A27F-5B51-6237-422D274B6CD0}"/>
          </ac:spMkLst>
        </pc:spChg>
        <pc:spChg chg="mod">
          <ac:chgData name="Ninoska Elizabeth SanMartin Bello" userId="02ab975b-960e-42bb-837d-f7df9595029a" providerId="ADAL" clId="{189961E0-6D24-43AC-8384-5AF5B7BC5063}" dt="2026-06-18T22:45:09.996" v="169"/>
          <ac:spMkLst>
            <pc:docMk/>
            <pc:sldMk cId="1676416835" sldId="265"/>
            <ac:spMk id="58" creationId="{FDD8E7D1-E7B6-F28D-3412-A4071A2181FF}"/>
          </ac:spMkLst>
        </pc:spChg>
        <pc:spChg chg="del">
          <ac:chgData name="Ninoska Elizabeth SanMartin Bello" userId="02ab975b-960e-42bb-837d-f7df9595029a" providerId="ADAL" clId="{189961E0-6D24-43AC-8384-5AF5B7BC5063}" dt="2026-06-18T22:54:59.005" v="172" actId="478"/>
          <ac:spMkLst>
            <pc:docMk/>
            <pc:sldMk cId="1676416835" sldId="265"/>
            <ac:spMk id="61" creationId="{CD50E37A-3B36-C7F9-2CF9-751BABB8A657}"/>
          </ac:spMkLst>
        </pc:spChg>
        <pc:spChg chg="del">
          <ac:chgData name="Ninoska Elizabeth SanMartin Bello" userId="02ab975b-960e-42bb-837d-f7df9595029a" providerId="ADAL" clId="{189961E0-6D24-43AC-8384-5AF5B7BC5063}" dt="2026-06-18T22:54:52.061" v="171" actId="478"/>
          <ac:spMkLst>
            <pc:docMk/>
            <pc:sldMk cId="1676416835" sldId="265"/>
            <ac:spMk id="62" creationId="{A981D387-7C10-700B-C7F4-19BCEE98C11D}"/>
          </ac:spMkLst>
        </pc:spChg>
        <pc:spChg chg="del">
          <ac:chgData name="Ninoska Elizabeth SanMartin Bello" userId="02ab975b-960e-42bb-837d-f7df9595029a" providerId="ADAL" clId="{189961E0-6D24-43AC-8384-5AF5B7BC5063}" dt="2026-06-18T22:54:48.377" v="170" actId="478"/>
          <ac:spMkLst>
            <pc:docMk/>
            <pc:sldMk cId="1676416835" sldId="265"/>
            <ac:spMk id="63" creationId="{16F18DFE-6BA6-6DB5-505C-AB817A7B2EFE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78" creationId="{B7B4C1DC-C288-83AA-69EB-CCF4A13BEBE6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80" creationId="{8F7A25C5-5FBE-A209-CE38-19B87B937D9B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81" creationId="{E5E29D82-30E0-7019-0499-3DD0D187AA89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84" creationId="{E0C762B9-3F09-B141-2486-7432EDC705DE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86" creationId="{018CBFDD-07AE-73D7-52F2-5C74F4052A46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87" creationId="{4F087137-DEAC-5933-52FB-8312AEAF3836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88" creationId="{6859BB16-D20F-D22D-0DC0-5CA6A9F551DF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90" creationId="{5F0CDFB6-F7D0-CED4-4DB2-B400983C9159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92" creationId="{8E7CA37E-4220-6005-6029-C733D1D236B8}"/>
          </ac:spMkLst>
        </pc:spChg>
        <pc:spChg chg="mod">
          <ac:chgData name="Ninoska Elizabeth SanMartin Bello" userId="02ab975b-960e-42bb-837d-f7df9595029a" providerId="ADAL" clId="{189961E0-6D24-43AC-8384-5AF5B7BC5063}" dt="2026-06-18T23:04:22.778" v="214"/>
          <ac:spMkLst>
            <pc:docMk/>
            <pc:sldMk cId="1676416835" sldId="265"/>
            <ac:spMk id="93" creationId="{08C98D6A-80FA-1342-6343-8C0B1D79D450}"/>
          </ac:spMkLst>
        </pc:spChg>
        <pc:grpChg chg="del">
          <ac:chgData name="Ninoska Elizabeth SanMartin Bello" userId="02ab975b-960e-42bb-837d-f7df9595029a" providerId="ADAL" clId="{189961E0-6D24-43AC-8384-5AF5B7BC5063}" dt="2026-06-18T22:54:52.061" v="171" actId="478"/>
          <ac:grpSpMkLst>
            <pc:docMk/>
            <pc:sldMk cId="1676416835" sldId="265"/>
            <ac:grpSpMk id="37" creationId="{F27ECFEA-8947-2C37-3D5A-22942A493C18}"/>
          </ac:grpSpMkLst>
        </pc:grpChg>
        <pc:graphicFrameChg chg="add del mod modGraphic">
          <ac:chgData name="Ninoska Elizabeth SanMartin Bello" userId="02ab975b-960e-42bb-837d-f7df9595029a" providerId="ADAL" clId="{189961E0-6D24-43AC-8384-5AF5B7BC5063}" dt="2026-06-18T22:44:55.693" v="168" actId="478"/>
          <ac:graphicFrameMkLst>
            <pc:docMk/>
            <pc:sldMk cId="1676416835" sldId="265"/>
            <ac:graphicFrameMk id="3" creationId="{3C9AE43D-536C-80CD-2C6C-9E1D5E5BF389}"/>
          </ac:graphicFrameMkLst>
        </pc:graphicFrameChg>
        <pc:graphicFrameChg chg="add del mod modGraphic">
          <ac:chgData name="Ninoska Elizabeth SanMartin Bello" userId="02ab975b-960e-42bb-837d-f7df9595029a" providerId="ADAL" clId="{189961E0-6D24-43AC-8384-5AF5B7BC5063}" dt="2026-06-18T23:04:21.472" v="213" actId="478"/>
          <ac:graphicFrameMkLst>
            <pc:docMk/>
            <pc:sldMk cId="1676416835" sldId="265"/>
            <ac:graphicFrameMk id="64" creationId="{038B6051-D205-1D86-38DF-1E3E2624EB3E}"/>
          </ac:graphicFrameMkLst>
        </pc:graphicFrameChg>
      </pc:sldChg>
      <pc:sldChg chg="delSp modSp mod">
        <pc:chgData name="Ninoska Elizabeth SanMartin Bello" userId="02ab975b-960e-42bb-837d-f7df9595029a" providerId="ADAL" clId="{189961E0-6D24-43AC-8384-5AF5B7BC5063}" dt="2026-06-18T22:55:58.417" v="176" actId="20577"/>
        <pc:sldMkLst>
          <pc:docMk/>
          <pc:sldMk cId="1264549802" sldId="271"/>
        </pc:sldMkLst>
        <pc:spChg chg="mod">
          <ac:chgData name="Ninoska Elizabeth SanMartin Bello" userId="02ab975b-960e-42bb-837d-f7df9595029a" providerId="ADAL" clId="{189961E0-6D24-43AC-8384-5AF5B7BC5063}" dt="2026-06-18T22:42:20.293" v="27" actId="20577"/>
          <ac:spMkLst>
            <pc:docMk/>
            <pc:sldMk cId="1264549802" sldId="271"/>
            <ac:spMk id="4" creationId="{EF875DB9-48B1-43E4-A6D5-A99CCF275ADF}"/>
          </ac:spMkLst>
        </pc:spChg>
        <pc:spChg chg="mod">
          <ac:chgData name="Ninoska Elizabeth SanMartin Bello" userId="02ab975b-960e-42bb-837d-f7df9595029a" providerId="ADAL" clId="{189961E0-6D24-43AC-8384-5AF5B7BC5063}" dt="2026-06-18T22:55:58.417" v="176" actId="20577"/>
          <ac:spMkLst>
            <pc:docMk/>
            <pc:sldMk cId="1264549802" sldId="271"/>
            <ac:spMk id="19" creationId="{89E1D5BA-4BF5-29C8-77E9-9E6E9999A07F}"/>
          </ac:spMkLst>
        </pc:spChg>
        <pc:spChg chg="mod">
          <ac:chgData name="Ninoska Elizabeth SanMartin Bello" userId="02ab975b-960e-42bb-837d-f7df9595029a" providerId="ADAL" clId="{189961E0-6D24-43AC-8384-5AF5B7BC5063}" dt="2026-06-18T22:44:36.267" v="167" actId="20577"/>
          <ac:spMkLst>
            <pc:docMk/>
            <pc:sldMk cId="1264549802" sldId="271"/>
            <ac:spMk id="23" creationId="{691CD241-08FF-0A34-CB17-D84046557DA0}"/>
          </ac:spMkLst>
        </pc:spChg>
        <pc:spChg chg="mod">
          <ac:chgData name="Ninoska Elizabeth SanMartin Bello" userId="02ab975b-960e-42bb-837d-f7df9595029a" providerId="ADAL" clId="{189961E0-6D24-43AC-8384-5AF5B7BC5063}" dt="2026-06-18T22:44:19.028" v="96" actId="20577"/>
          <ac:spMkLst>
            <pc:docMk/>
            <pc:sldMk cId="1264549802" sldId="271"/>
            <ac:spMk id="26" creationId="{784CF006-8653-976A-20BC-D62222C4E5C3}"/>
          </ac:spMkLst>
        </pc:spChg>
        <pc:spChg chg="mod">
          <ac:chgData name="Ninoska Elizabeth SanMartin Bello" userId="02ab975b-960e-42bb-837d-f7df9595029a" providerId="ADAL" clId="{189961E0-6D24-43AC-8384-5AF5B7BC5063}" dt="2026-06-18T22:44:16.600" v="95" actId="20577"/>
          <ac:spMkLst>
            <pc:docMk/>
            <pc:sldMk cId="1264549802" sldId="271"/>
            <ac:spMk id="29" creationId="{566DA1F0-70DE-8BAD-828B-682B668A7FB3}"/>
          </ac:spMkLst>
        </pc:spChg>
        <pc:spChg chg="mod">
          <ac:chgData name="Ninoska Elizabeth SanMartin Bello" userId="02ab975b-960e-42bb-837d-f7df9595029a" providerId="ADAL" clId="{189961E0-6D24-43AC-8384-5AF5B7BC5063}" dt="2026-06-18T22:44:12.663" v="94" actId="20577"/>
          <ac:spMkLst>
            <pc:docMk/>
            <pc:sldMk cId="1264549802" sldId="271"/>
            <ac:spMk id="32" creationId="{5D824A52-BC1B-9503-4958-AE4991933AFC}"/>
          </ac:spMkLst>
        </pc:spChg>
        <pc:picChg chg="del">
          <ac:chgData name="Ninoska Elizabeth SanMartin Bello" userId="02ab975b-960e-42bb-837d-f7df9595029a" providerId="ADAL" clId="{189961E0-6D24-43AC-8384-5AF5B7BC5063}" dt="2026-06-18T22:42:11.908" v="3" actId="478"/>
          <ac:picMkLst>
            <pc:docMk/>
            <pc:sldMk cId="1264549802" sldId="271"/>
            <ac:picMk id="5" creationId="{05CC37BA-B49F-3A77-F2D4-C437EC7452AA}"/>
          </ac:picMkLst>
        </pc:picChg>
        <pc:picChg chg="del">
          <ac:chgData name="Ninoska Elizabeth SanMartin Bello" userId="02ab975b-960e-42bb-837d-f7df9595029a" providerId="ADAL" clId="{189961E0-6D24-43AC-8384-5AF5B7BC5063}" dt="2026-06-18T22:42:13.511" v="4" actId="478"/>
          <ac:picMkLst>
            <pc:docMk/>
            <pc:sldMk cId="1264549802" sldId="271"/>
            <ac:picMk id="35" creationId="{2838FEC9-A769-7565-9D08-94647104C6A2}"/>
          </ac:picMkLst>
        </pc:picChg>
        <pc:picChg chg="del">
          <ac:chgData name="Ninoska Elizabeth SanMartin Bello" userId="02ab975b-960e-42bb-837d-f7df9595029a" providerId="ADAL" clId="{189961E0-6D24-43AC-8384-5AF5B7BC5063}" dt="2026-06-18T22:42:15.152" v="5" actId="478"/>
          <ac:picMkLst>
            <pc:docMk/>
            <pc:sldMk cId="1264549802" sldId="271"/>
            <ac:picMk id="37" creationId="{973EE529-6042-0175-6B6D-B431DC823B58}"/>
          </ac:picMkLst>
        </pc:picChg>
      </pc:sldChg>
      <pc:sldChg chg="addSp delSp modSp mod">
        <pc:chgData name="Ninoska Elizabeth SanMartin Bello" userId="02ab975b-960e-42bb-837d-f7df9595029a" providerId="ADAL" clId="{189961E0-6D24-43AC-8384-5AF5B7BC5063}" dt="2026-06-18T23:00:32.341" v="187" actId="14100"/>
        <pc:sldMkLst>
          <pc:docMk/>
          <pc:sldMk cId="3597385338" sldId="272"/>
        </pc:sldMkLst>
        <pc:spChg chg="del mod">
          <ac:chgData name="Ninoska Elizabeth SanMartin Bello" userId="02ab975b-960e-42bb-837d-f7df9595029a" providerId="ADAL" clId="{189961E0-6D24-43AC-8384-5AF5B7BC5063}" dt="2026-06-18T22:42:47.502" v="79"/>
          <ac:spMkLst>
            <pc:docMk/>
            <pc:sldMk cId="3597385338" sldId="272"/>
            <ac:spMk id="4" creationId="{885154EC-7D69-7FAC-09BA-2A8C8FC1299E}"/>
          </ac:spMkLst>
        </pc:spChg>
        <pc:grpChg chg="del">
          <ac:chgData name="Ninoska Elizabeth SanMartin Bello" userId="02ab975b-960e-42bb-837d-f7df9595029a" providerId="ADAL" clId="{189961E0-6D24-43AC-8384-5AF5B7BC5063}" dt="2026-06-18T22:42:47.502" v="77" actId="478"/>
          <ac:grpSpMkLst>
            <pc:docMk/>
            <pc:sldMk cId="3597385338" sldId="272"/>
            <ac:grpSpMk id="2" creationId="{E3F8CFEB-AD9D-BD05-72F2-9943853E7BA4}"/>
          </ac:grpSpMkLst>
        </pc:grpChg>
        <pc:graphicFrameChg chg="add mod modGraphic">
          <ac:chgData name="Ninoska Elizabeth SanMartin Bello" userId="02ab975b-960e-42bb-837d-f7df9595029a" providerId="ADAL" clId="{189961E0-6D24-43AC-8384-5AF5B7BC5063}" dt="2026-06-18T23:00:32.341" v="187" actId="14100"/>
          <ac:graphicFrameMkLst>
            <pc:docMk/>
            <pc:sldMk cId="3597385338" sldId="272"/>
            <ac:graphicFrameMk id="3" creationId="{2755DD16-0B40-A669-1C07-2E71F85D8489}"/>
          </ac:graphicFrameMkLst>
        </pc:graphicFrameChg>
        <pc:picChg chg="del">
          <ac:chgData name="Ninoska Elizabeth SanMartin Bello" userId="02ab975b-960e-42bb-837d-f7df9595029a" providerId="ADAL" clId="{189961E0-6D24-43AC-8384-5AF5B7BC5063}" dt="2026-06-18T22:42:38.305" v="53" actId="478"/>
          <ac:picMkLst>
            <pc:docMk/>
            <pc:sldMk cId="3597385338" sldId="272"/>
            <ac:picMk id="5" creationId="{2C7D0B68-E411-4B2C-FEC1-96B2FF126A57}"/>
          </ac:picMkLst>
        </pc:picChg>
        <pc:picChg chg="del">
          <ac:chgData name="Ninoska Elizabeth SanMartin Bello" userId="02ab975b-960e-42bb-837d-f7df9595029a" providerId="ADAL" clId="{189961E0-6D24-43AC-8384-5AF5B7BC5063}" dt="2026-06-18T22:42:39.697" v="54" actId="478"/>
          <ac:picMkLst>
            <pc:docMk/>
            <pc:sldMk cId="3597385338" sldId="272"/>
            <ac:picMk id="39" creationId="{C05788DC-A39A-A820-FB11-602E32A247F2}"/>
          </ac:picMkLst>
        </pc:picChg>
      </pc:sldChg>
      <pc:sldChg chg="addSp delSp modSp mod">
        <pc:chgData name="Ninoska Elizabeth SanMartin Bello" userId="02ab975b-960e-42bb-837d-f7df9595029a" providerId="ADAL" clId="{189961E0-6D24-43AC-8384-5AF5B7BC5063}" dt="2026-06-18T23:05:47.442" v="218" actId="14100"/>
        <pc:sldMkLst>
          <pc:docMk/>
          <pc:sldMk cId="1468777923" sldId="273"/>
        </pc:sldMkLst>
        <pc:spChg chg="mod">
          <ac:chgData name="Ninoska Elizabeth SanMartin Bello" userId="02ab975b-960e-42bb-837d-f7df9595029a" providerId="ADAL" clId="{189961E0-6D24-43AC-8384-5AF5B7BC5063}" dt="2026-06-18T22:42:32.801" v="52" actId="20577"/>
          <ac:spMkLst>
            <pc:docMk/>
            <pc:sldMk cId="1468777923" sldId="273"/>
            <ac:spMk id="4" creationId="{80E77FC5-8D75-D7F7-409E-3A493D6D0C3A}"/>
          </ac:spMkLst>
        </pc:spChg>
        <pc:grpChg chg="del">
          <ac:chgData name="Ninoska Elizabeth SanMartin Bello" userId="02ab975b-960e-42bb-837d-f7df9595029a" providerId="ADAL" clId="{189961E0-6D24-43AC-8384-5AF5B7BC5063}" dt="2026-06-18T22:43:56.326" v="86" actId="478"/>
          <ac:grpSpMkLst>
            <pc:docMk/>
            <pc:sldMk cId="1468777923" sldId="273"/>
            <ac:grpSpMk id="2" creationId="{BD7124A4-5302-C1BE-19B6-39954D5DB06E}"/>
          </ac:grpSpMkLst>
        </pc:grpChg>
        <pc:graphicFrameChg chg="add mod modGraphic">
          <ac:chgData name="Ninoska Elizabeth SanMartin Bello" userId="02ab975b-960e-42bb-837d-f7df9595029a" providerId="ADAL" clId="{189961E0-6D24-43AC-8384-5AF5B7BC5063}" dt="2026-06-18T23:05:47.442" v="218" actId="14100"/>
          <ac:graphicFrameMkLst>
            <pc:docMk/>
            <pc:sldMk cId="1468777923" sldId="273"/>
            <ac:graphicFrameMk id="3" creationId="{6E53D25C-12A8-74E7-5DF3-B8E2EE4BCECB}"/>
          </ac:graphicFrameMkLst>
        </pc:graphicFrameChg>
        <pc:picChg chg="del">
          <ac:chgData name="Ninoska Elizabeth SanMartin Bello" userId="02ab975b-960e-42bb-837d-f7df9595029a" providerId="ADAL" clId="{189961E0-6D24-43AC-8384-5AF5B7BC5063}" dt="2026-06-18T22:42:24.653" v="28" actId="478"/>
          <ac:picMkLst>
            <pc:docMk/>
            <pc:sldMk cId="1468777923" sldId="273"/>
            <ac:picMk id="34" creationId="{DDF4B9BE-BC1F-9C08-8AA1-1FDB17CEE50E}"/>
          </ac:picMkLst>
        </pc:picChg>
        <pc:picChg chg="del">
          <ac:chgData name="Ninoska Elizabeth SanMartin Bello" userId="02ab975b-960e-42bb-837d-f7df9595029a" providerId="ADAL" clId="{189961E0-6D24-43AC-8384-5AF5B7BC5063}" dt="2026-06-18T22:42:26.295" v="29" actId="478"/>
          <ac:picMkLst>
            <pc:docMk/>
            <pc:sldMk cId="1468777923" sldId="273"/>
            <ac:picMk id="38" creationId="{53670DED-6083-B4D0-8DD7-7DBE0E58DA1E}"/>
          </ac:picMkLst>
        </pc:picChg>
        <pc:picChg chg="del">
          <ac:chgData name="Ninoska Elizabeth SanMartin Bello" userId="02ab975b-960e-42bb-837d-f7df9595029a" providerId="ADAL" clId="{189961E0-6D24-43AC-8384-5AF5B7BC5063}" dt="2026-06-18T22:42:27.798" v="30" actId="478"/>
          <ac:picMkLst>
            <pc:docMk/>
            <pc:sldMk cId="1468777923" sldId="273"/>
            <ac:picMk id="40" creationId="{81B26806-1B6F-E14C-7643-F2884FED4C7B}"/>
          </ac:picMkLst>
        </pc:picChg>
      </pc:sldChg>
      <pc:sldChg chg="addSp modSp add mod">
        <pc:chgData name="Ninoska Elizabeth SanMartin Bello" userId="02ab975b-960e-42bb-837d-f7df9595029a" providerId="ADAL" clId="{189961E0-6D24-43AC-8384-5AF5B7BC5063}" dt="2026-06-18T23:06:44.717" v="223" actId="14100"/>
        <pc:sldMkLst>
          <pc:docMk/>
          <pc:sldMk cId="1015754852" sldId="274"/>
        </pc:sldMkLst>
        <pc:graphicFrameChg chg="add mod modGraphic">
          <ac:chgData name="Ninoska Elizabeth SanMartin Bello" userId="02ab975b-960e-42bb-837d-f7df9595029a" providerId="ADAL" clId="{189961E0-6D24-43AC-8384-5AF5B7BC5063}" dt="2026-06-18T23:06:44.717" v="223" actId="14100"/>
          <ac:graphicFrameMkLst>
            <pc:docMk/>
            <pc:sldMk cId="1015754852" sldId="274"/>
            <ac:graphicFrameMk id="2" creationId="{A539039C-7195-5312-0387-5EF29588ABA9}"/>
          </ac:graphicFrameMkLst>
        </pc:graphicFrame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296C32-545D-0DAC-D26D-4FCACC830C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ACC5C26-7E13-E3E3-9E72-3767F9B17F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92F07C5-237C-2D6E-A5FF-07F6500D99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82B88AB-9236-1708-74AA-ABFADA2C7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2DFA0E5-7A23-FE03-F2A8-34A9A783E6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8947045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objetos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09877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5CE863-D494-3872-0C30-8177721DB9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CF20B59-4476-9C42-3792-893D32F12F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E77377C-375E-074C-BCBE-CB71FB0A89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214D90D-E80E-B43F-8F72-1FEC0B88C1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236CF15-9A72-D4ED-1D9E-4215BEF4A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8766357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018E63A-B2F7-10C5-7B4E-405F0D3D57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AD4C9C6-8510-CFCF-F743-6FE4D96C3C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BD6DD23A-DB09-A9D3-C243-5B82D178E4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B927A14-1F7B-9CF2-A9D1-9D73F7B9D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C6FABC3-0215-2F43-3072-46A55D74B9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7CADD56-622A-F1F0-EAFD-1556D7B246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2858730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6F67D69-2E25-B3EA-F4D4-DAE955827E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FBD53B9-C37C-21D7-F2DA-C3B33189AF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27AE56D-15DF-753A-B77C-FE8C97A494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10DCA66A-ABF4-4751-6A42-7D94BB8964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6D42D340-2709-2ADE-8665-B53F1E16F1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21E1B179-9A97-A3C4-8FF3-9FA181D396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5F3E1C1A-00F6-3F53-3310-6AC0A26AD7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08DE4905-8687-D12B-DD41-1DA646947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9331490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53D5D8-710F-70EE-E0EA-242ADDACF6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E0D2B05A-BA44-C93E-D5B4-A633D3516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56FF23F8-6548-A72D-6EED-AFD8235489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2FFE9C19-BB62-94F3-5CD7-2A36DC225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0399075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1AD12E26-8756-0CC6-3524-78AA817320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CE25974B-6239-A4E5-E88C-F4D7B6EC1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102F5CF-A44B-E21E-504B-86992C9A7C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6023510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B208A0-026D-84B4-D367-C93BEB7A0E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FA6D796-EF9F-F478-6000-CD3E9F5278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BE139D7E-C6F1-10B9-8D86-701502706D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7FA6B65-B5A8-80E0-9F89-8FF250B825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28D5FC2-C2ED-3607-A97F-B0B056B5F0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E9AA9FC-3B96-28D0-8809-DE233272E3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5400491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F62969-DCFE-84AB-8F04-A6535EB41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EC50A9DA-7A5D-4A51-4A23-DF67AE74CC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s-EC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4C0AF194-363B-A9BA-7A3C-662A6A8B11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F89BA62-8AC6-852F-BF01-310F275F30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29024F1-70CF-0A6E-2E40-2E3C3CCFD7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7436F76-D6D7-49ED-5C4C-0D220B7749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7003130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7DE664-CAAB-26A5-B3FD-6F85D73CB0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891E6F0-DDE0-E6B0-3930-3FE43128E4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D47B52E-75F2-EB7B-318B-D61C16B666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74DB1D8-E07F-67CD-26AE-8BF05D469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6132B0A-7751-5386-2830-D5FB9102D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1130311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6F7B01C8-8940-4D08-E406-0D7614D7BF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B5A77D2D-BAD9-FA6D-D81C-7536C5B5BA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DE08741-B336-4A6E-53E8-0745B6AB11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DD8B904-CF05-BECF-7114-393C7A2AF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8BB7A8B-7DA6-0AAC-96B9-49AB7607B1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6330345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8AEC0309-A811-938D-A71B-26E077F1DB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2A68385-A227-A388-1040-53C21CE140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956FD99-AB68-4B26-0368-E672797AAC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8A541F-D289-455E-8D71-1F24AAE12B38}" type="datetimeFigureOut">
              <a:rPr lang="es-EC" smtClean="0"/>
              <a:t>29/6/2026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3EE58E6-60A2-3823-0A14-F1A8FE8EC8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A31EF1F-5251-CD3F-467C-0726806864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CC2C59-E4F2-4E93-B98F-53BDBC41A990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4596143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C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áfico 3">
            <a:extLst>
              <a:ext uri="{FF2B5EF4-FFF2-40B4-BE49-F238E27FC236}">
                <a16:creationId xmlns:a16="http://schemas.microsoft.com/office/drawing/2014/main" id="{2715FDBB-7B87-23CB-C67F-7AC047E5E0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5538" y="2703969"/>
            <a:ext cx="4120924" cy="1450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48424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Gráfico logo">
            <a:extLst/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5538" y="2703969"/>
            <a:ext cx="4120924" cy="1450061"/>
          </a:xfrm>
          <a:prstGeom prst="rect">
            <a:avLst/>
          </a:prstGeom>
        </p:spPr>
      </p:pic>
      <p:sp>
        <p:nvSpPr>
          <p:cNvPr id="2" name="Subtítulo 2">
            <a:extLst>
              <a:ext uri="{FF2B5EF4-FFF2-40B4-BE49-F238E27FC236}">
                <a16:creationId xmlns:a16="http://schemas.microsoft.com/office/drawing/2014/main" id="{D273B63C-2EE8-52D8-F4CD-DBD3FB38A2F5}"/>
              </a:ext>
            </a:extLst>
          </p:cNvPr>
          <p:cNvSpPr txBox="1">
            <a:spLocks/>
          </p:cNvSpPr>
          <p:nvPr/>
        </p:nvSpPr>
        <p:spPr>
          <a:xfrm>
            <a:off x="4035538" y="4350283"/>
            <a:ext cx="4120924" cy="737181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PE" sz="1800" b="1" dirty="0">
                <a:solidFill>
                  <a:srgbClr val="164194"/>
                </a:solidFill>
                <a:latin typeface="Segoe UI Variable Display Light" pitchFamily="2" charset="0"/>
                <a:ea typeface="BatangChe" panose="02030609000101010101" pitchFamily="49" charset="-127"/>
                <a:cs typeface="Times New Roman" panose="02020603050405020304" pitchFamily="18" charset="0"/>
              </a:rPr>
              <a:t>EPSON DAY</a:t>
            </a:r>
          </a:p>
          <a:p>
            <a:pPr marL="0" indent="0" algn="ctr">
              <a:buNone/>
            </a:pPr>
            <a:r>
              <a:rPr lang="es-PE" sz="1800" b="1" dirty="0">
                <a:solidFill>
                  <a:srgbClr val="164194"/>
                </a:solidFill>
                <a:latin typeface="Segoe UI Variable Display Light" pitchFamily="2" charset="0"/>
                <a:ea typeface="BatangChe" panose="02030609000101010101" pitchFamily="49" charset="-127"/>
                <a:cs typeface="Times New Roman" panose="02020603050405020304" pitchFamily="18" charset="0"/>
              </a:rPr>
              <a:t> JUNIO 2026</a:t>
            </a:r>
          </a:p>
          <a:p>
            <a:pPr marL="0" indent="0" algn="ctr">
              <a:buNone/>
            </a:pPr>
            <a:endParaRPr lang="es-PE" sz="1800" b="1" dirty="0">
              <a:solidFill>
                <a:srgbClr val="164194"/>
              </a:solidFill>
              <a:latin typeface="Segoe UI Variable Display Light" pitchFamily="2" charset="0"/>
              <a:ea typeface="BatangChe" panose="02030609000101010101" pitchFamily="49" charset="-127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s-PE" sz="1800" b="1" dirty="0">
              <a:solidFill>
                <a:srgbClr val="164194"/>
              </a:solidFill>
              <a:latin typeface="Segoe UI Variable Display Light" pitchFamily="2" charset="0"/>
              <a:ea typeface="BatangChe" panose="02030609000101010101" pitchFamily="49" charset="-127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56303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D0FDBC-F100-FA42-6667-DDB14BC61A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63F2536C-9174-8B03-30EA-8EE02DC76B9F}"/>
              </a:ext>
            </a:extLst>
          </p:cNvPr>
          <p:cNvSpPr txBox="1"/>
          <p:nvPr/>
        </p:nvSpPr>
        <p:spPr>
          <a:xfrm>
            <a:off x="499218" y="242918"/>
            <a:ext cx="92252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C"/>
            </a:defPPr>
            <a:lvl1pPr>
              <a:defRPr sz="3200">
                <a:ln w="3175">
                  <a:solidFill>
                    <a:srgbClr val="3062A9"/>
                  </a:solidFill>
                </a:ln>
                <a:solidFill>
                  <a:srgbClr val="3062A9"/>
                </a:solidFill>
                <a:latin typeface="Segoe UI Variable Display Light" pitchFamily="2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s-US" dirty="0"/>
              <a:t>ESTADISTICAS EPSON DAY</a:t>
            </a:r>
            <a:endParaRPr lang="es-EC" dirty="0"/>
          </a:p>
        </p:txBody>
      </p:sp>
      <p:pic>
        <p:nvPicPr>
          <p:cNvPr id="9" name="Gráfico 8">
            <a:extLst>
              <a:ext uri="{FF2B5EF4-FFF2-40B4-BE49-F238E27FC236}">
                <a16:creationId xmlns:a16="http://schemas.microsoft.com/office/drawing/2014/main" id="{4BA2924D-B1C4-5836-8F10-4399788352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806571" y="1045029"/>
            <a:ext cx="2045931" cy="1381668"/>
          </a:xfrm>
          <a:prstGeom prst="rect">
            <a:avLst/>
          </a:prstGeom>
        </p:spPr>
      </p:pic>
      <p:sp>
        <p:nvSpPr>
          <p:cNvPr id="12" name="Rectángulo 11">
            <a:extLst>
              <a:ext uri="{FF2B5EF4-FFF2-40B4-BE49-F238E27FC236}">
                <a16:creationId xmlns:a16="http://schemas.microsoft.com/office/drawing/2014/main" id="{4B382267-6AA5-11AD-B62E-88E76B7FD4DE}"/>
              </a:ext>
            </a:extLst>
          </p:cNvPr>
          <p:cNvSpPr/>
          <p:nvPr/>
        </p:nvSpPr>
        <p:spPr>
          <a:xfrm>
            <a:off x="569167" y="1045029"/>
            <a:ext cx="1810139" cy="5570053"/>
          </a:xfrm>
          <a:prstGeom prst="rect">
            <a:avLst/>
          </a:prstGeom>
          <a:solidFill>
            <a:srgbClr val="16419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53B9FB90-FD40-2921-C340-5B9A7C5A9B84}"/>
              </a:ext>
            </a:extLst>
          </p:cNvPr>
          <p:cNvSpPr txBox="1"/>
          <p:nvPr/>
        </p:nvSpPr>
        <p:spPr>
          <a:xfrm>
            <a:off x="573075" y="2696544"/>
            <a:ext cx="181013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CRISTIAN CALDERON</a:t>
            </a:r>
            <a:endParaRPr lang="es-EC" sz="1600" dirty="0">
              <a:solidFill>
                <a:schemeClr val="bg1"/>
              </a:solidFill>
              <a:latin typeface="Samsung Sharp Sans" panose="02000503000000020004" pitchFamily="50" charset="0"/>
              <a:ea typeface="Samsung Sharp Sans" panose="02000503000000020004" pitchFamily="50" charset="0"/>
              <a:cs typeface="Samsung Sharp Sans" panose="02000503000000020004" pitchFamily="50" charset="0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EE59B3EA-A1CD-30A1-8125-0DC4A544A119}"/>
              </a:ext>
            </a:extLst>
          </p:cNvPr>
          <p:cNvSpPr txBox="1"/>
          <p:nvPr/>
        </p:nvSpPr>
        <p:spPr>
          <a:xfrm>
            <a:off x="573075" y="3219764"/>
            <a:ext cx="181013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900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ccalderon@xplora.net</a:t>
            </a:r>
            <a:endParaRPr lang="es-EC" sz="900" dirty="0">
              <a:solidFill>
                <a:schemeClr val="bg1"/>
              </a:solidFill>
              <a:latin typeface="Samsung Sharp Sans" panose="02000503000000020004" pitchFamily="50" charset="0"/>
              <a:ea typeface="Samsung Sharp Sans" panose="02000503000000020004" pitchFamily="50" charset="0"/>
              <a:cs typeface="Samsung Sharp Sans" panose="02000503000000020004" pitchFamily="50" charset="0"/>
            </a:endParaRPr>
          </a:p>
        </p:txBody>
      </p:sp>
      <p:pic>
        <p:nvPicPr>
          <p:cNvPr id="19" name="Gráfico 18">
            <a:extLst>
              <a:ext uri="{FF2B5EF4-FFF2-40B4-BE49-F238E27FC236}">
                <a16:creationId xmlns:a16="http://schemas.microsoft.com/office/drawing/2014/main" id="{35B4B781-D6D4-1119-FAD9-6D3D3AF88B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16593" b="39729"/>
          <a:stretch>
            <a:fillRect/>
          </a:stretch>
        </p:blipFill>
        <p:spPr>
          <a:xfrm>
            <a:off x="642487" y="1082957"/>
            <a:ext cx="1660474" cy="1598921"/>
          </a:xfrm>
          <a:prstGeom prst="rect">
            <a:avLst/>
          </a:prstGeom>
        </p:spPr>
      </p:pic>
      <p:sp>
        <p:nvSpPr>
          <p:cNvPr id="25" name="CuadroTexto 24">
            <a:extLst>
              <a:ext uri="{FF2B5EF4-FFF2-40B4-BE49-F238E27FC236}">
                <a16:creationId xmlns:a16="http://schemas.microsoft.com/office/drawing/2014/main" id="{46EBF1B7-827E-2EDD-B224-73212122A982}"/>
              </a:ext>
            </a:extLst>
          </p:cNvPr>
          <p:cNvSpPr txBox="1"/>
          <p:nvPr/>
        </p:nvSpPr>
        <p:spPr>
          <a:xfrm>
            <a:off x="573075" y="3577936"/>
            <a:ext cx="18101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b="1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IDC - UNIVERSITARIA</a:t>
            </a:r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47B30EFB-A3CA-25C9-C0D5-CBC6D28D5797}"/>
              </a:ext>
            </a:extLst>
          </p:cNvPr>
          <p:cNvSpPr txBox="1"/>
          <p:nvPr/>
        </p:nvSpPr>
        <p:spPr>
          <a:xfrm>
            <a:off x="573075" y="5551361"/>
            <a:ext cx="18101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100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ACTIVIDAD IMPULSO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0CB39B44-1E8F-EDC2-3417-24991764F22A}"/>
              </a:ext>
            </a:extLst>
          </p:cNvPr>
          <p:cNvSpPr txBox="1"/>
          <p:nvPr/>
        </p:nvSpPr>
        <p:spPr>
          <a:xfrm>
            <a:off x="573075" y="5987715"/>
            <a:ext cx="181013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100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19 – JUNIO – 2026</a:t>
            </a:r>
          </a:p>
          <a:p>
            <a:pPr algn="ctr"/>
            <a:r>
              <a:rPr lang="es-ES" sz="1100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10:00 – 16:00</a:t>
            </a:r>
            <a:endParaRPr lang="es-EC" sz="1100" dirty="0">
              <a:solidFill>
                <a:schemeClr val="bg1"/>
              </a:solidFill>
              <a:latin typeface="Samsung Sharp Sans" panose="02000503000000020004" pitchFamily="50" charset="0"/>
              <a:ea typeface="Samsung Sharp Sans" panose="02000503000000020004" pitchFamily="50" charset="0"/>
              <a:cs typeface="Samsung Sharp Sans" panose="02000503000000020004" pitchFamily="50" charset="0"/>
            </a:endParaRP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D0523109-9015-01D5-F30C-F127659AC33C}"/>
              </a:ext>
            </a:extLst>
          </p:cNvPr>
          <p:cNvSpPr txBox="1"/>
          <p:nvPr/>
        </p:nvSpPr>
        <p:spPr>
          <a:xfrm>
            <a:off x="573075" y="3796947"/>
            <a:ext cx="18101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100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QUITO - ECUADOR</a:t>
            </a:r>
          </a:p>
        </p:txBody>
      </p:sp>
      <p:pic>
        <p:nvPicPr>
          <p:cNvPr id="30" name="Gráfico 29">
            <a:extLst>
              <a:ext uri="{FF2B5EF4-FFF2-40B4-BE49-F238E27FC236}">
                <a16:creationId xmlns:a16="http://schemas.microsoft.com/office/drawing/2014/main" id="{5316C485-96D6-B7CE-99EC-26C44BAA910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19374" y="1045029"/>
            <a:ext cx="2045931" cy="1381668"/>
          </a:xfrm>
          <a:prstGeom prst="rect">
            <a:avLst/>
          </a:prstGeom>
        </p:spPr>
      </p:pic>
      <p:pic>
        <p:nvPicPr>
          <p:cNvPr id="31" name="Gráfico 30">
            <a:extLst>
              <a:ext uri="{FF2B5EF4-FFF2-40B4-BE49-F238E27FC236}">
                <a16:creationId xmlns:a16="http://schemas.microsoft.com/office/drawing/2014/main" id="{95325DCE-E50F-6B39-C9E1-C90081D0E6C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94326" y="1134278"/>
            <a:ext cx="175147" cy="245206"/>
          </a:xfrm>
          <a:prstGeom prst="rect">
            <a:avLst/>
          </a:prstGeom>
        </p:spPr>
      </p:pic>
      <p:sp>
        <p:nvSpPr>
          <p:cNvPr id="33" name="CuadroTexto 32">
            <a:extLst>
              <a:ext uri="{FF2B5EF4-FFF2-40B4-BE49-F238E27FC236}">
                <a16:creationId xmlns:a16="http://schemas.microsoft.com/office/drawing/2014/main" id="{913CEE8E-798D-33EB-320F-D261CDA8CDDC}"/>
              </a:ext>
            </a:extLst>
          </p:cNvPr>
          <p:cNvSpPr txBox="1"/>
          <p:nvPr/>
        </p:nvSpPr>
        <p:spPr>
          <a:xfrm>
            <a:off x="2619374" y="1134278"/>
            <a:ext cx="18101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100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COBERTURA</a:t>
            </a:r>
            <a:endParaRPr lang="es-EC" sz="1100" dirty="0">
              <a:solidFill>
                <a:schemeClr val="bg1"/>
              </a:solidFill>
              <a:latin typeface="Samsung Sharp Sans" panose="02000503000000020004" pitchFamily="50" charset="0"/>
              <a:ea typeface="Samsung Sharp Sans" panose="02000503000000020004" pitchFamily="50" charset="0"/>
              <a:cs typeface="Samsung Sharp Sans" panose="02000503000000020004" pitchFamily="50" charset="0"/>
            </a:endParaRPr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20385CD3-4FB4-752B-A552-5D71AB309E7F}"/>
              </a:ext>
            </a:extLst>
          </p:cNvPr>
          <p:cNvSpPr txBox="1"/>
          <p:nvPr/>
        </p:nvSpPr>
        <p:spPr>
          <a:xfrm>
            <a:off x="4806571" y="1134278"/>
            <a:ext cx="18101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100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INTERACCIONES</a:t>
            </a:r>
            <a:endParaRPr lang="es-EC" sz="1100" dirty="0">
              <a:solidFill>
                <a:schemeClr val="bg1"/>
              </a:solidFill>
              <a:latin typeface="Samsung Sharp Sans" panose="02000503000000020004" pitchFamily="50" charset="0"/>
              <a:ea typeface="Samsung Sharp Sans" panose="02000503000000020004" pitchFamily="50" charset="0"/>
              <a:cs typeface="Samsung Sharp Sans" panose="02000503000000020004" pitchFamily="50" charset="0"/>
            </a:endParaRPr>
          </a:p>
        </p:txBody>
      </p:sp>
      <p:sp>
        <p:nvSpPr>
          <p:cNvPr id="35" name="CuadroTexto 34">
            <a:extLst>
              <a:ext uri="{FF2B5EF4-FFF2-40B4-BE49-F238E27FC236}">
                <a16:creationId xmlns:a16="http://schemas.microsoft.com/office/drawing/2014/main" id="{F5A50DBC-38B4-A3CC-52C0-0751A92FA503}"/>
              </a:ext>
            </a:extLst>
          </p:cNvPr>
          <p:cNvSpPr txBox="1"/>
          <p:nvPr/>
        </p:nvSpPr>
        <p:spPr>
          <a:xfrm>
            <a:off x="3287775" y="1562063"/>
            <a:ext cx="883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40 %</a:t>
            </a:r>
          </a:p>
        </p:txBody>
      </p:sp>
      <p:sp>
        <p:nvSpPr>
          <p:cNvPr id="36" name="CuadroTexto 35">
            <a:extLst>
              <a:ext uri="{FF2B5EF4-FFF2-40B4-BE49-F238E27FC236}">
                <a16:creationId xmlns:a16="http://schemas.microsoft.com/office/drawing/2014/main" id="{23F6A68E-41EC-FC63-4DB1-FE3E8E1962F2}"/>
              </a:ext>
            </a:extLst>
          </p:cNvPr>
          <p:cNvSpPr txBox="1"/>
          <p:nvPr/>
        </p:nvSpPr>
        <p:spPr>
          <a:xfrm>
            <a:off x="2650690" y="2044209"/>
            <a:ext cx="18101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5 TIENDAS A NIVEL NACIONAL</a:t>
            </a:r>
          </a:p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2 TIENDAS COBERTURADAS</a:t>
            </a: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DBFBAA7F-D3E5-A983-C830-0F8E87C93664}"/>
              </a:ext>
            </a:extLst>
          </p:cNvPr>
          <p:cNvSpPr txBox="1"/>
          <p:nvPr/>
        </p:nvSpPr>
        <p:spPr>
          <a:xfrm>
            <a:off x="5508578" y="1570242"/>
            <a:ext cx="883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30 %</a:t>
            </a:r>
          </a:p>
        </p:txBody>
      </p:sp>
      <p:sp>
        <p:nvSpPr>
          <p:cNvPr id="38" name="CuadroTexto 37">
            <a:extLst>
              <a:ext uri="{FF2B5EF4-FFF2-40B4-BE49-F238E27FC236}">
                <a16:creationId xmlns:a16="http://schemas.microsoft.com/office/drawing/2014/main" id="{D6B31377-CD8B-BBB6-478D-61B13083D50D}"/>
              </a:ext>
            </a:extLst>
          </p:cNvPr>
          <p:cNvSpPr txBox="1"/>
          <p:nvPr/>
        </p:nvSpPr>
        <p:spPr>
          <a:xfrm>
            <a:off x="4871493" y="2052388"/>
            <a:ext cx="19810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100 CLIENTES VISITARON LA TIENDA</a:t>
            </a:r>
          </a:p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30 CLIENTES INTERACTUARON</a:t>
            </a:r>
          </a:p>
        </p:txBody>
      </p:sp>
      <p:pic>
        <p:nvPicPr>
          <p:cNvPr id="39" name="Gráfico 38">
            <a:extLst>
              <a:ext uri="{FF2B5EF4-FFF2-40B4-BE49-F238E27FC236}">
                <a16:creationId xmlns:a16="http://schemas.microsoft.com/office/drawing/2014/main" id="{9EBD2B53-A15B-46FB-BAB9-33D6D4E28A9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93768" y="1045029"/>
            <a:ext cx="2045931" cy="1381668"/>
          </a:xfrm>
          <a:prstGeom prst="rect">
            <a:avLst/>
          </a:prstGeom>
        </p:spPr>
      </p:pic>
      <p:pic>
        <p:nvPicPr>
          <p:cNvPr id="40" name="Gráfico 39">
            <a:extLst>
              <a:ext uri="{FF2B5EF4-FFF2-40B4-BE49-F238E27FC236}">
                <a16:creationId xmlns:a16="http://schemas.microsoft.com/office/drawing/2014/main" id="{61E29265-BA51-E3EB-A860-BE4D638C1B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650302" y="1134278"/>
            <a:ext cx="282931" cy="245207"/>
          </a:xfrm>
          <a:prstGeom prst="rect">
            <a:avLst/>
          </a:prstGeom>
        </p:spPr>
      </p:pic>
      <p:sp>
        <p:nvSpPr>
          <p:cNvPr id="41" name="CuadroTexto 40">
            <a:extLst>
              <a:ext uri="{FF2B5EF4-FFF2-40B4-BE49-F238E27FC236}">
                <a16:creationId xmlns:a16="http://schemas.microsoft.com/office/drawing/2014/main" id="{ED5E786A-3C6A-8D1C-5220-367569FA99FE}"/>
              </a:ext>
            </a:extLst>
          </p:cNvPr>
          <p:cNvSpPr txBox="1"/>
          <p:nvPr/>
        </p:nvSpPr>
        <p:spPr>
          <a:xfrm>
            <a:off x="6993768" y="1134278"/>
            <a:ext cx="18101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100" dirty="0">
                <a:solidFill>
                  <a:schemeClr val="bg1"/>
                </a:solidFill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VENTAS</a:t>
            </a:r>
            <a:endParaRPr lang="es-EC" sz="1100" dirty="0">
              <a:solidFill>
                <a:schemeClr val="bg1"/>
              </a:solidFill>
              <a:latin typeface="Samsung Sharp Sans" panose="02000503000000020004" pitchFamily="50" charset="0"/>
              <a:ea typeface="Samsung Sharp Sans" panose="02000503000000020004" pitchFamily="50" charset="0"/>
              <a:cs typeface="Samsung Sharp Sans" panose="02000503000000020004" pitchFamily="50" charset="0"/>
            </a:endParaRPr>
          </a:p>
        </p:txBody>
      </p:sp>
      <p:sp>
        <p:nvSpPr>
          <p:cNvPr id="42" name="CuadroTexto 41">
            <a:extLst>
              <a:ext uri="{FF2B5EF4-FFF2-40B4-BE49-F238E27FC236}">
                <a16:creationId xmlns:a16="http://schemas.microsoft.com/office/drawing/2014/main" id="{8691B531-A4D1-8944-646E-2429D8995A06}"/>
              </a:ext>
            </a:extLst>
          </p:cNvPr>
          <p:cNvSpPr txBox="1"/>
          <p:nvPr/>
        </p:nvSpPr>
        <p:spPr>
          <a:xfrm>
            <a:off x="7695775" y="1570242"/>
            <a:ext cx="883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67 %</a:t>
            </a:r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0A7BA5BD-DE4A-6AE2-4AC9-F4AF2D400602}"/>
              </a:ext>
            </a:extLst>
          </p:cNvPr>
          <p:cNvSpPr txBox="1"/>
          <p:nvPr/>
        </p:nvSpPr>
        <p:spPr>
          <a:xfrm>
            <a:off x="7058690" y="2052388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20 VENTAS EFECTIVAS</a:t>
            </a:r>
          </a:p>
        </p:txBody>
      </p:sp>
      <p:pic>
        <p:nvPicPr>
          <p:cNvPr id="44" name="Gráfico 43">
            <a:extLst>
              <a:ext uri="{FF2B5EF4-FFF2-40B4-BE49-F238E27FC236}">
                <a16:creationId xmlns:a16="http://schemas.microsoft.com/office/drawing/2014/main" id="{F2469F36-B8CA-3D07-AF42-048450B8AF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501235" y="1128163"/>
            <a:ext cx="230949" cy="263942"/>
          </a:xfrm>
          <a:prstGeom prst="rect">
            <a:avLst/>
          </a:prstGeom>
        </p:spPr>
      </p:pic>
      <p:pic>
        <p:nvPicPr>
          <p:cNvPr id="45" name="Gráfico 44">
            <a:extLst>
              <a:ext uri="{FF2B5EF4-FFF2-40B4-BE49-F238E27FC236}">
                <a16:creationId xmlns:a16="http://schemas.microsoft.com/office/drawing/2014/main" id="{3F57BB33-18FB-72F7-7165-50F177C910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23282" y="2700501"/>
            <a:ext cx="2858230" cy="708625"/>
          </a:xfrm>
          <a:prstGeom prst="rect">
            <a:avLst/>
          </a:prstGeom>
        </p:spPr>
      </p:pic>
      <p:pic>
        <p:nvPicPr>
          <p:cNvPr id="46" name="Gráfico 45">
            <a:extLst>
              <a:ext uri="{FF2B5EF4-FFF2-40B4-BE49-F238E27FC236}">
                <a16:creationId xmlns:a16="http://schemas.microsoft.com/office/drawing/2014/main" id="{13EEA0EF-A22A-0C5B-F46E-62F35DE1ED5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623281" y="3590880"/>
            <a:ext cx="2858230" cy="708625"/>
          </a:xfrm>
          <a:prstGeom prst="rect">
            <a:avLst/>
          </a:prstGeom>
        </p:spPr>
      </p:pic>
      <p:pic>
        <p:nvPicPr>
          <p:cNvPr id="47" name="Gráfico 46">
            <a:extLst>
              <a:ext uri="{FF2B5EF4-FFF2-40B4-BE49-F238E27FC236}">
                <a16:creationId xmlns:a16="http://schemas.microsoft.com/office/drawing/2014/main" id="{6CC7B6B2-67B1-015C-6AAB-8871A9F5C6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829718" y="2569409"/>
            <a:ext cx="3209982" cy="1921530"/>
          </a:xfrm>
          <a:prstGeom prst="rect">
            <a:avLst/>
          </a:prstGeom>
        </p:spPr>
      </p:pic>
      <p:sp>
        <p:nvSpPr>
          <p:cNvPr id="48" name="CuadroTexto 47">
            <a:extLst>
              <a:ext uri="{FF2B5EF4-FFF2-40B4-BE49-F238E27FC236}">
                <a16:creationId xmlns:a16="http://schemas.microsoft.com/office/drawing/2014/main" id="{C2F44108-AE82-8ECC-85B1-8417C3A02768}"/>
              </a:ext>
            </a:extLst>
          </p:cNvPr>
          <p:cNvSpPr txBox="1"/>
          <p:nvPr/>
        </p:nvSpPr>
        <p:spPr>
          <a:xfrm>
            <a:off x="5801647" y="3027938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L3250</a:t>
            </a:r>
          </a:p>
        </p:txBody>
      </p:sp>
      <p:grpSp>
        <p:nvGrpSpPr>
          <p:cNvPr id="49" name="Grupo 48">
            <a:extLst>
              <a:ext uri="{FF2B5EF4-FFF2-40B4-BE49-F238E27FC236}">
                <a16:creationId xmlns:a16="http://schemas.microsoft.com/office/drawing/2014/main" id="{2C0C166E-1391-FF6E-9082-F4B828C06F76}"/>
              </a:ext>
            </a:extLst>
          </p:cNvPr>
          <p:cNvGrpSpPr/>
          <p:nvPr/>
        </p:nvGrpSpPr>
        <p:grpSpPr>
          <a:xfrm>
            <a:off x="6415448" y="2943959"/>
            <a:ext cx="2431998" cy="207268"/>
            <a:chOff x="6501235" y="2831998"/>
            <a:chExt cx="2431998" cy="207268"/>
          </a:xfrm>
        </p:grpSpPr>
        <p:sp>
          <p:nvSpPr>
            <p:cNvPr id="50" name="Rectángulo 49">
              <a:extLst>
                <a:ext uri="{FF2B5EF4-FFF2-40B4-BE49-F238E27FC236}">
                  <a16:creationId xmlns:a16="http://schemas.microsoft.com/office/drawing/2014/main" id="{8E7C8DC2-A4CE-DF12-346A-43E906E114DF}"/>
                </a:ext>
              </a:extLst>
            </p:cNvPr>
            <p:cNvSpPr/>
            <p:nvPr/>
          </p:nvSpPr>
          <p:spPr>
            <a:xfrm>
              <a:off x="6501235" y="2831998"/>
              <a:ext cx="2431998" cy="207268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51" name="Rectángulo 50">
              <a:extLst>
                <a:ext uri="{FF2B5EF4-FFF2-40B4-BE49-F238E27FC236}">
                  <a16:creationId xmlns:a16="http://schemas.microsoft.com/office/drawing/2014/main" id="{BD9E43B4-B99F-DAF0-DC52-00640DABE34E}"/>
                </a:ext>
              </a:extLst>
            </p:cNvPr>
            <p:cNvSpPr/>
            <p:nvPr/>
          </p:nvSpPr>
          <p:spPr>
            <a:xfrm>
              <a:off x="6501235" y="2836928"/>
              <a:ext cx="1981009" cy="20233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</p:grpSp>
      <p:sp>
        <p:nvSpPr>
          <p:cNvPr id="52" name="CuadroTexto 51">
            <a:extLst>
              <a:ext uri="{FF2B5EF4-FFF2-40B4-BE49-F238E27FC236}">
                <a16:creationId xmlns:a16="http://schemas.microsoft.com/office/drawing/2014/main" id="{FD809D83-DD3C-7363-E801-496C5FD3761E}"/>
              </a:ext>
            </a:extLst>
          </p:cNvPr>
          <p:cNvSpPr txBox="1"/>
          <p:nvPr/>
        </p:nvSpPr>
        <p:spPr>
          <a:xfrm>
            <a:off x="5801647" y="3291142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L4260</a:t>
            </a:r>
          </a:p>
        </p:txBody>
      </p:sp>
      <p:sp>
        <p:nvSpPr>
          <p:cNvPr id="53" name="CuadroTexto 52">
            <a:extLst>
              <a:ext uri="{FF2B5EF4-FFF2-40B4-BE49-F238E27FC236}">
                <a16:creationId xmlns:a16="http://schemas.microsoft.com/office/drawing/2014/main" id="{415192DF-6B89-7513-0476-60169E075FD9}"/>
              </a:ext>
            </a:extLst>
          </p:cNvPr>
          <p:cNvSpPr txBox="1"/>
          <p:nvPr/>
        </p:nvSpPr>
        <p:spPr>
          <a:xfrm>
            <a:off x="5801647" y="3543003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L4360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1305079E-D8A9-6DCE-5BF9-94EFCD39C09C}"/>
              </a:ext>
            </a:extLst>
          </p:cNvPr>
          <p:cNvSpPr txBox="1"/>
          <p:nvPr/>
        </p:nvSpPr>
        <p:spPr>
          <a:xfrm>
            <a:off x="5801647" y="3842693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PACK 544</a:t>
            </a:r>
          </a:p>
        </p:txBody>
      </p:sp>
      <p:sp>
        <p:nvSpPr>
          <p:cNvPr id="55" name="CuadroTexto 54">
            <a:extLst>
              <a:ext uri="{FF2B5EF4-FFF2-40B4-BE49-F238E27FC236}">
                <a16:creationId xmlns:a16="http://schemas.microsoft.com/office/drawing/2014/main" id="{57F04089-A18E-C0F8-2ED6-D952206F384F}"/>
              </a:ext>
            </a:extLst>
          </p:cNvPr>
          <p:cNvSpPr txBox="1"/>
          <p:nvPr/>
        </p:nvSpPr>
        <p:spPr>
          <a:xfrm>
            <a:off x="5801647" y="4151792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PACK 664</a:t>
            </a:r>
          </a:p>
        </p:txBody>
      </p:sp>
      <p:grpSp>
        <p:nvGrpSpPr>
          <p:cNvPr id="56" name="Grupo 55">
            <a:extLst>
              <a:ext uri="{FF2B5EF4-FFF2-40B4-BE49-F238E27FC236}">
                <a16:creationId xmlns:a16="http://schemas.microsoft.com/office/drawing/2014/main" id="{6A16DC29-6197-B0D0-1BFC-B8682E8299E9}"/>
              </a:ext>
            </a:extLst>
          </p:cNvPr>
          <p:cNvGrpSpPr/>
          <p:nvPr/>
        </p:nvGrpSpPr>
        <p:grpSpPr>
          <a:xfrm>
            <a:off x="6415448" y="3244841"/>
            <a:ext cx="2431998" cy="207268"/>
            <a:chOff x="6501235" y="2831998"/>
            <a:chExt cx="2431998" cy="207268"/>
          </a:xfrm>
        </p:grpSpPr>
        <p:sp>
          <p:nvSpPr>
            <p:cNvPr id="57" name="Rectángulo 56">
              <a:extLst>
                <a:ext uri="{FF2B5EF4-FFF2-40B4-BE49-F238E27FC236}">
                  <a16:creationId xmlns:a16="http://schemas.microsoft.com/office/drawing/2014/main" id="{C0BC7A27-CBEE-C045-F63C-129A91E76321}"/>
                </a:ext>
              </a:extLst>
            </p:cNvPr>
            <p:cNvSpPr/>
            <p:nvPr/>
          </p:nvSpPr>
          <p:spPr>
            <a:xfrm>
              <a:off x="6501235" y="2831998"/>
              <a:ext cx="2431998" cy="207268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58" name="Rectángulo 57">
              <a:extLst>
                <a:ext uri="{FF2B5EF4-FFF2-40B4-BE49-F238E27FC236}">
                  <a16:creationId xmlns:a16="http://schemas.microsoft.com/office/drawing/2014/main" id="{4F40E3E5-259E-5A67-1670-6F3D22210C54}"/>
                </a:ext>
              </a:extLst>
            </p:cNvPr>
            <p:cNvSpPr/>
            <p:nvPr/>
          </p:nvSpPr>
          <p:spPr>
            <a:xfrm>
              <a:off x="6501236" y="2836928"/>
              <a:ext cx="1758168" cy="19336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dirty="0"/>
            </a:p>
          </p:txBody>
        </p:sp>
      </p:grpSp>
      <p:grpSp>
        <p:nvGrpSpPr>
          <p:cNvPr id="59" name="Grupo 58">
            <a:extLst>
              <a:ext uri="{FF2B5EF4-FFF2-40B4-BE49-F238E27FC236}">
                <a16:creationId xmlns:a16="http://schemas.microsoft.com/office/drawing/2014/main" id="{1B48A996-D5D3-470E-1C22-A773592E4584}"/>
              </a:ext>
            </a:extLst>
          </p:cNvPr>
          <p:cNvGrpSpPr/>
          <p:nvPr/>
        </p:nvGrpSpPr>
        <p:grpSpPr>
          <a:xfrm>
            <a:off x="6415448" y="3545723"/>
            <a:ext cx="2431998" cy="207268"/>
            <a:chOff x="6501235" y="2831998"/>
            <a:chExt cx="2431998" cy="207268"/>
          </a:xfrm>
        </p:grpSpPr>
        <p:sp>
          <p:nvSpPr>
            <p:cNvPr id="60" name="Rectángulo 59">
              <a:extLst>
                <a:ext uri="{FF2B5EF4-FFF2-40B4-BE49-F238E27FC236}">
                  <a16:creationId xmlns:a16="http://schemas.microsoft.com/office/drawing/2014/main" id="{21060653-AC5C-28D6-C4E3-E82D96ECF3CB}"/>
                </a:ext>
              </a:extLst>
            </p:cNvPr>
            <p:cNvSpPr/>
            <p:nvPr/>
          </p:nvSpPr>
          <p:spPr>
            <a:xfrm>
              <a:off x="6501235" y="2831998"/>
              <a:ext cx="2431998" cy="207268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61" name="Rectángulo 60">
              <a:extLst>
                <a:ext uri="{FF2B5EF4-FFF2-40B4-BE49-F238E27FC236}">
                  <a16:creationId xmlns:a16="http://schemas.microsoft.com/office/drawing/2014/main" id="{A1C7F33C-0CDB-DBA9-8F02-C42C9C276BE4}"/>
                </a:ext>
              </a:extLst>
            </p:cNvPr>
            <p:cNvSpPr/>
            <p:nvPr/>
          </p:nvSpPr>
          <p:spPr>
            <a:xfrm>
              <a:off x="6501235" y="2836928"/>
              <a:ext cx="1519389" cy="19523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dirty="0"/>
            </a:p>
          </p:txBody>
        </p:sp>
      </p:grpSp>
      <p:grpSp>
        <p:nvGrpSpPr>
          <p:cNvPr id="62" name="Grupo 61">
            <a:extLst>
              <a:ext uri="{FF2B5EF4-FFF2-40B4-BE49-F238E27FC236}">
                <a16:creationId xmlns:a16="http://schemas.microsoft.com/office/drawing/2014/main" id="{4737419B-AD9A-C05C-F98D-ADA905C35049}"/>
              </a:ext>
            </a:extLst>
          </p:cNvPr>
          <p:cNvGrpSpPr/>
          <p:nvPr/>
        </p:nvGrpSpPr>
        <p:grpSpPr>
          <a:xfrm>
            <a:off x="6415448" y="3846605"/>
            <a:ext cx="2431998" cy="207268"/>
            <a:chOff x="6501235" y="2831998"/>
            <a:chExt cx="2431998" cy="207268"/>
          </a:xfrm>
        </p:grpSpPr>
        <p:sp>
          <p:nvSpPr>
            <p:cNvPr id="63" name="Rectángulo 62">
              <a:extLst>
                <a:ext uri="{FF2B5EF4-FFF2-40B4-BE49-F238E27FC236}">
                  <a16:creationId xmlns:a16="http://schemas.microsoft.com/office/drawing/2014/main" id="{CC476F15-DD28-AB34-8964-6FA400FC686A}"/>
                </a:ext>
              </a:extLst>
            </p:cNvPr>
            <p:cNvSpPr/>
            <p:nvPr/>
          </p:nvSpPr>
          <p:spPr>
            <a:xfrm>
              <a:off x="6501235" y="2831998"/>
              <a:ext cx="2431998" cy="207268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64" name="Rectángulo 63">
              <a:extLst>
                <a:ext uri="{FF2B5EF4-FFF2-40B4-BE49-F238E27FC236}">
                  <a16:creationId xmlns:a16="http://schemas.microsoft.com/office/drawing/2014/main" id="{947C2D93-97AF-85BB-CF59-DB0C6F9A79D1}"/>
                </a:ext>
              </a:extLst>
            </p:cNvPr>
            <p:cNvSpPr/>
            <p:nvPr/>
          </p:nvSpPr>
          <p:spPr>
            <a:xfrm>
              <a:off x="6501235" y="2836928"/>
              <a:ext cx="1287139" cy="20233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dirty="0"/>
            </a:p>
          </p:txBody>
        </p:sp>
      </p:grpSp>
      <p:grpSp>
        <p:nvGrpSpPr>
          <p:cNvPr id="65" name="Grupo 64">
            <a:extLst>
              <a:ext uri="{FF2B5EF4-FFF2-40B4-BE49-F238E27FC236}">
                <a16:creationId xmlns:a16="http://schemas.microsoft.com/office/drawing/2014/main" id="{17C2DF46-1EA8-EFAF-98B6-4965C64D4D06}"/>
              </a:ext>
            </a:extLst>
          </p:cNvPr>
          <p:cNvGrpSpPr/>
          <p:nvPr/>
        </p:nvGrpSpPr>
        <p:grpSpPr>
          <a:xfrm>
            <a:off x="6415448" y="4147488"/>
            <a:ext cx="2431998" cy="207268"/>
            <a:chOff x="6501235" y="2831998"/>
            <a:chExt cx="2431998" cy="207268"/>
          </a:xfrm>
        </p:grpSpPr>
        <p:sp>
          <p:nvSpPr>
            <p:cNvPr id="66" name="Rectángulo 65">
              <a:extLst>
                <a:ext uri="{FF2B5EF4-FFF2-40B4-BE49-F238E27FC236}">
                  <a16:creationId xmlns:a16="http://schemas.microsoft.com/office/drawing/2014/main" id="{75577E34-974B-2A6E-844D-A4F0B939FD14}"/>
                </a:ext>
              </a:extLst>
            </p:cNvPr>
            <p:cNvSpPr/>
            <p:nvPr/>
          </p:nvSpPr>
          <p:spPr>
            <a:xfrm>
              <a:off x="6501235" y="2831998"/>
              <a:ext cx="2431998" cy="207268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67" name="Rectángulo 66">
              <a:extLst>
                <a:ext uri="{FF2B5EF4-FFF2-40B4-BE49-F238E27FC236}">
                  <a16:creationId xmlns:a16="http://schemas.microsoft.com/office/drawing/2014/main" id="{244E2E63-26CE-02EF-375D-A94855AF6871}"/>
                </a:ext>
              </a:extLst>
            </p:cNvPr>
            <p:cNvSpPr/>
            <p:nvPr/>
          </p:nvSpPr>
          <p:spPr>
            <a:xfrm>
              <a:off x="6501235" y="2836928"/>
              <a:ext cx="1758169" cy="20233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C" dirty="0"/>
            </a:p>
          </p:txBody>
        </p:sp>
      </p:grpSp>
      <p:sp>
        <p:nvSpPr>
          <p:cNvPr id="68" name="CuadroTexto 67">
            <a:extLst>
              <a:ext uri="{FF2B5EF4-FFF2-40B4-BE49-F238E27FC236}">
                <a16:creationId xmlns:a16="http://schemas.microsoft.com/office/drawing/2014/main" id="{B31FCCE5-8261-EEA5-146A-9C2FBAE00211}"/>
              </a:ext>
            </a:extLst>
          </p:cNvPr>
          <p:cNvSpPr txBox="1"/>
          <p:nvPr/>
        </p:nvSpPr>
        <p:spPr>
          <a:xfrm>
            <a:off x="8526352" y="2948889"/>
            <a:ext cx="31784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7</a:t>
            </a:r>
          </a:p>
        </p:txBody>
      </p:sp>
      <p:sp>
        <p:nvSpPr>
          <p:cNvPr id="69" name="CuadroTexto 68">
            <a:extLst>
              <a:ext uri="{FF2B5EF4-FFF2-40B4-BE49-F238E27FC236}">
                <a16:creationId xmlns:a16="http://schemas.microsoft.com/office/drawing/2014/main" id="{E6D62A89-562A-5CD1-4EF1-0691A1E4F41D}"/>
              </a:ext>
            </a:extLst>
          </p:cNvPr>
          <p:cNvSpPr txBox="1"/>
          <p:nvPr/>
        </p:nvSpPr>
        <p:spPr>
          <a:xfrm>
            <a:off x="8526352" y="4151792"/>
            <a:ext cx="31784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4</a:t>
            </a:r>
          </a:p>
        </p:txBody>
      </p:sp>
      <p:sp>
        <p:nvSpPr>
          <p:cNvPr id="70" name="CuadroTexto 69">
            <a:extLst>
              <a:ext uri="{FF2B5EF4-FFF2-40B4-BE49-F238E27FC236}">
                <a16:creationId xmlns:a16="http://schemas.microsoft.com/office/drawing/2014/main" id="{6137C30B-C82E-ABEC-869D-515ABD3001E8}"/>
              </a:ext>
            </a:extLst>
          </p:cNvPr>
          <p:cNvSpPr txBox="1"/>
          <p:nvPr/>
        </p:nvSpPr>
        <p:spPr>
          <a:xfrm>
            <a:off x="8526352" y="3847800"/>
            <a:ext cx="31784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2</a:t>
            </a:r>
          </a:p>
        </p:txBody>
      </p:sp>
      <p:sp>
        <p:nvSpPr>
          <p:cNvPr id="71" name="CuadroTexto 70">
            <a:extLst>
              <a:ext uri="{FF2B5EF4-FFF2-40B4-BE49-F238E27FC236}">
                <a16:creationId xmlns:a16="http://schemas.microsoft.com/office/drawing/2014/main" id="{128FC7FB-48DA-9730-DEF1-319EAF2F4C27}"/>
              </a:ext>
            </a:extLst>
          </p:cNvPr>
          <p:cNvSpPr txBox="1"/>
          <p:nvPr/>
        </p:nvSpPr>
        <p:spPr>
          <a:xfrm>
            <a:off x="8526352" y="3571970"/>
            <a:ext cx="31784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3</a:t>
            </a:r>
          </a:p>
        </p:txBody>
      </p:sp>
      <p:sp>
        <p:nvSpPr>
          <p:cNvPr id="72" name="CuadroTexto 71">
            <a:extLst>
              <a:ext uri="{FF2B5EF4-FFF2-40B4-BE49-F238E27FC236}">
                <a16:creationId xmlns:a16="http://schemas.microsoft.com/office/drawing/2014/main" id="{28605E55-F4FE-56A3-2C28-C6DD56FA18D0}"/>
              </a:ext>
            </a:extLst>
          </p:cNvPr>
          <p:cNvSpPr txBox="1"/>
          <p:nvPr/>
        </p:nvSpPr>
        <p:spPr>
          <a:xfrm>
            <a:off x="8526352" y="3250549"/>
            <a:ext cx="31784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4</a:t>
            </a:r>
          </a:p>
        </p:txBody>
      </p:sp>
      <p:sp>
        <p:nvSpPr>
          <p:cNvPr id="73" name="CuadroTexto 72">
            <a:extLst>
              <a:ext uri="{FF2B5EF4-FFF2-40B4-BE49-F238E27FC236}">
                <a16:creationId xmlns:a16="http://schemas.microsoft.com/office/drawing/2014/main" id="{ABDC85BE-1E7F-6364-E080-99583F5F9A29}"/>
              </a:ext>
            </a:extLst>
          </p:cNvPr>
          <p:cNvSpPr txBox="1"/>
          <p:nvPr/>
        </p:nvSpPr>
        <p:spPr>
          <a:xfrm>
            <a:off x="4244546" y="2951403"/>
            <a:ext cx="11792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4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L3250</a:t>
            </a:r>
          </a:p>
        </p:txBody>
      </p:sp>
      <p:sp>
        <p:nvSpPr>
          <p:cNvPr id="74" name="CuadroTexto 73">
            <a:extLst>
              <a:ext uri="{FF2B5EF4-FFF2-40B4-BE49-F238E27FC236}">
                <a16:creationId xmlns:a16="http://schemas.microsoft.com/office/drawing/2014/main" id="{6C98093C-969D-74A0-8789-2E9EF98EE56E}"/>
              </a:ext>
            </a:extLst>
          </p:cNvPr>
          <p:cNvSpPr txBox="1"/>
          <p:nvPr/>
        </p:nvSpPr>
        <p:spPr>
          <a:xfrm>
            <a:off x="4146309" y="3181247"/>
            <a:ext cx="1453281" cy="2199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SKU CON MAYOR VENTA</a:t>
            </a:r>
          </a:p>
        </p:txBody>
      </p:sp>
      <p:sp>
        <p:nvSpPr>
          <p:cNvPr id="75" name="CuadroTexto 74">
            <a:extLst>
              <a:ext uri="{FF2B5EF4-FFF2-40B4-BE49-F238E27FC236}">
                <a16:creationId xmlns:a16="http://schemas.microsoft.com/office/drawing/2014/main" id="{A731DF82-44E7-868A-68FE-8972B5412C40}"/>
              </a:ext>
            </a:extLst>
          </p:cNvPr>
          <p:cNvSpPr txBox="1"/>
          <p:nvPr/>
        </p:nvSpPr>
        <p:spPr>
          <a:xfrm>
            <a:off x="3942270" y="3792619"/>
            <a:ext cx="17838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4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PACK 544</a:t>
            </a:r>
          </a:p>
        </p:txBody>
      </p:sp>
      <p:sp>
        <p:nvSpPr>
          <p:cNvPr id="76" name="CuadroTexto 75">
            <a:extLst>
              <a:ext uri="{FF2B5EF4-FFF2-40B4-BE49-F238E27FC236}">
                <a16:creationId xmlns:a16="http://schemas.microsoft.com/office/drawing/2014/main" id="{B77617EC-D19E-B742-9A42-C32392561C0C}"/>
              </a:ext>
            </a:extLst>
          </p:cNvPr>
          <p:cNvSpPr txBox="1"/>
          <p:nvPr/>
        </p:nvSpPr>
        <p:spPr>
          <a:xfrm>
            <a:off x="4143851" y="4056272"/>
            <a:ext cx="145573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SKU CON MENOR VENTA</a:t>
            </a:r>
          </a:p>
        </p:txBody>
      </p:sp>
      <p:sp>
        <p:nvSpPr>
          <p:cNvPr id="77" name="CuadroTexto 76">
            <a:extLst>
              <a:ext uri="{FF2B5EF4-FFF2-40B4-BE49-F238E27FC236}">
                <a16:creationId xmlns:a16="http://schemas.microsoft.com/office/drawing/2014/main" id="{4655AD00-6D95-83EF-FAC1-020A89A687DC}"/>
              </a:ext>
            </a:extLst>
          </p:cNvPr>
          <p:cNvSpPr txBox="1"/>
          <p:nvPr/>
        </p:nvSpPr>
        <p:spPr>
          <a:xfrm>
            <a:off x="2975368" y="2847365"/>
            <a:ext cx="883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35 %</a:t>
            </a:r>
          </a:p>
        </p:txBody>
      </p:sp>
      <p:sp>
        <p:nvSpPr>
          <p:cNvPr id="78" name="CuadroTexto 77">
            <a:extLst>
              <a:ext uri="{FF2B5EF4-FFF2-40B4-BE49-F238E27FC236}">
                <a16:creationId xmlns:a16="http://schemas.microsoft.com/office/drawing/2014/main" id="{FB25C2E6-B5D7-80DC-5D57-A95121E8B0D7}"/>
              </a:ext>
            </a:extLst>
          </p:cNvPr>
          <p:cNvSpPr txBox="1"/>
          <p:nvPr/>
        </p:nvSpPr>
        <p:spPr>
          <a:xfrm>
            <a:off x="2972573" y="3697410"/>
            <a:ext cx="883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10 %</a:t>
            </a:r>
          </a:p>
        </p:txBody>
      </p:sp>
      <p:pic>
        <p:nvPicPr>
          <p:cNvPr id="79" name="Gráfico 78">
            <a:extLst>
              <a:ext uri="{FF2B5EF4-FFF2-40B4-BE49-F238E27FC236}">
                <a16:creationId xmlns:a16="http://schemas.microsoft.com/office/drawing/2014/main" id="{D66D81A0-AD7A-8F2D-C7D4-2662704564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618685" y="4698376"/>
            <a:ext cx="3092954" cy="1921530"/>
          </a:xfrm>
          <a:prstGeom prst="rect">
            <a:avLst/>
          </a:prstGeom>
        </p:spPr>
      </p:pic>
      <p:sp>
        <p:nvSpPr>
          <p:cNvPr id="80" name="Rectángulo 79">
            <a:extLst>
              <a:ext uri="{FF2B5EF4-FFF2-40B4-BE49-F238E27FC236}">
                <a16:creationId xmlns:a16="http://schemas.microsoft.com/office/drawing/2014/main" id="{482E3372-76D5-94C8-1D6B-1E4EEC5F35F8}"/>
              </a:ext>
            </a:extLst>
          </p:cNvPr>
          <p:cNvSpPr/>
          <p:nvPr/>
        </p:nvSpPr>
        <p:spPr>
          <a:xfrm rot="16200000">
            <a:off x="2873917" y="5316480"/>
            <a:ext cx="905791" cy="68023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cxnSp>
        <p:nvCxnSpPr>
          <p:cNvPr id="81" name="Conector recto 80">
            <a:extLst>
              <a:ext uri="{FF2B5EF4-FFF2-40B4-BE49-F238E27FC236}">
                <a16:creationId xmlns:a16="http://schemas.microsoft.com/office/drawing/2014/main" id="{9F9E9F46-804A-869B-E2F4-95834E478CCC}"/>
              </a:ext>
            </a:extLst>
          </p:cNvPr>
          <p:cNvCxnSpPr>
            <a:cxnSpLocks/>
          </p:cNvCxnSpPr>
          <p:nvPr/>
        </p:nvCxnSpPr>
        <p:spPr>
          <a:xfrm>
            <a:off x="2707405" y="6109492"/>
            <a:ext cx="290962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Rectángulo 81">
            <a:extLst>
              <a:ext uri="{FF2B5EF4-FFF2-40B4-BE49-F238E27FC236}">
                <a16:creationId xmlns:a16="http://schemas.microsoft.com/office/drawing/2014/main" id="{B0732DBC-8124-FACB-B798-F6002C1A8D71}"/>
              </a:ext>
            </a:extLst>
          </p:cNvPr>
          <p:cNvSpPr/>
          <p:nvPr/>
        </p:nvSpPr>
        <p:spPr>
          <a:xfrm rot="16200000">
            <a:off x="3993439" y="5620112"/>
            <a:ext cx="294514" cy="680231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83" name="CuadroTexto 82">
            <a:extLst>
              <a:ext uri="{FF2B5EF4-FFF2-40B4-BE49-F238E27FC236}">
                <a16:creationId xmlns:a16="http://schemas.microsoft.com/office/drawing/2014/main" id="{786EA35F-C1A4-382E-0074-A4C6E4CD280F}"/>
              </a:ext>
            </a:extLst>
          </p:cNvPr>
          <p:cNvSpPr txBox="1"/>
          <p:nvPr/>
        </p:nvSpPr>
        <p:spPr>
          <a:xfrm>
            <a:off x="2817360" y="6146315"/>
            <a:ext cx="101084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8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CLIENTES EN TIENDA</a:t>
            </a:r>
          </a:p>
        </p:txBody>
      </p:sp>
      <p:sp>
        <p:nvSpPr>
          <p:cNvPr id="84" name="CuadroTexto 83">
            <a:extLst>
              <a:ext uri="{FF2B5EF4-FFF2-40B4-BE49-F238E27FC236}">
                <a16:creationId xmlns:a16="http://schemas.microsoft.com/office/drawing/2014/main" id="{945AD004-C7DC-7EAB-F1B2-2B17748EB67A}"/>
              </a:ext>
            </a:extLst>
          </p:cNvPr>
          <p:cNvSpPr txBox="1"/>
          <p:nvPr/>
        </p:nvSpPr>
        <p:spPr>
          <a:xfrm>
            <a:off x="3617947" y="6220596"/>
            <a:ext cx="104735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8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INTERACCIONES</a:t>
            </a:r>
          </a:p>
        </p:txBody>
      </p:sp>
      <p:sp>
        <p:nvSpPr>
          <p:cNvPr id="85" name="CuadroTexto 84">
            <a:extLst>
              <a:ext uri="{FF2B5EF4-FFF2-40B4-BE49-F238E27FC236}">
                <a16:creationId xmlns:a16="http://schemas.microsoft.com/office/drawing/2014/main" id="{7298DD6F-AE33-2629-E1D4-99F5C9211814}"/>
              </a:ext>
            </a:extLst>
          </p:cNvPr>
          <p:cNvSpPr txBox="1"/>
          <p:nvPr/>
        </p:nvSpPr>
        <p:spPr>
          <a:xfrm>
            <a:off x="4578718" y="6220596"/>
            <a:ext cx="8086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8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VENTAS</a:t>
            </a:r>
          </a:p>
        </p:txBody>
      </p:sp>
      <p:sp>
        <p:nvSpPr>
          <p:cNvPr id="86" name="Rectángulo 85">
            <a:extLst>
              <a:ext uri="{FF2B5EF4-FFF2-40B4-BE49-F238E27FC236}">
                <a16:creationId xmlns:a16="http://schemas.microsoft.com/office/drawing/2014/main" id="{6D7E8CEB-F186-29D7-A168-BEDFD5C44CEA}"/>
              </a:ext>
            </a:extLst>
          </p:cNvPr>
          <p:cNvSpPr/>
          <p:nvPr/>
        </p:nvSpPr>
        <p:spPr>
          <a:xfrm rot="16200000">
            <a:off x="4858160" y="5644278"/>
            <a:ext cx="246189" cy="6802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87" name="CuadroTexto 86">
            <a:extLst>
              <a:ext uri="{FF2B5EF4-FFF2-40B4-BE49-F238E27FC236}">
                <a16:creationId xmlns:a16="http://schemas.microsoft.com/office/drawing/2014/main" id="{69A44D34-8717-8939-35CC-985D66D11289}"/>
              </a:ext>
            </a:extLst>
          </p:cNvPr>
          <p:cNvSpPr txBox="1"/>
          <p:nvPr/>
        </p:nvSpPr>
        <p:spPr>
          <a:xfrm>
            <a:off x="3052183" y="4998736"/>
            <a:ext cx="6043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0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100</a:t>
            </a:r>
          </a:p>
        </p:txBody>
      </p:sp>
      <p:sp>
        <p:nvSpPr>
          <p:cNvPr id="88" name="CuadroTexto 87">
            <a:extLst>
              <a:ext uri="{FF2B5EF4-FFF2-40B4-BE49-F238E27FC236}">
                <a16:creationId xmlns:a16="http://schemas.microsoft.com/office/drawing/2014/main" id="{88EF70AF-7824-72F3-A3BA-F677055E0C92}"/>
              </a:ext>
            </a:extLst>
          </p:cNvPr>
          <p:cNvSpPr txBox="1"/>
          <p:nvPr/>
        </p:nvSpPr>
        <p:spPr>
          <a:xfrm>
            <a:off x="3825167" y="5611414"/>
            <a:ext cx="6043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0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30</a:t>
            </a:r>
          </a:p>
        </p:txBody>
      </p:sp>
      <p:sp>
        <p:nvSpPr>
          <p:cNvPr id="89" name="CuadroTexto 88">
            <a:extLst>
              <a:ext uri="{FF2B5EF4-FFF2-40B4-BE49-F238E27FC236}">
                <a16:creationId xmlns:a16="http://schemas.microsoft.com/office/drawing/2014/main" id="{FC6AEDB9-F869-914A-2911-9B8B73003BBF}"/>
              </a:ext>
            </a:extLst>
          </p:cNvPr>
          <p:cNvSpPr txBox="1"/>
          <p:nvPr/>
        </p:nvSpPr>
        <p:spPr>
          <a:xfrm>
            <a:off x="4664984" y="5656595"/>
            <a:ext cx="6043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0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20</a:t>
            </a:r>
          </a:p>
        </p:txBody>
      </p:sp>
      <p:sp>
        <p:nvSpPr>
          <p:cNvPr id="90" name="CuadroTexto 89">
            <a:extLst>
              <a:ext uri="{FF2B5EF4-FFF2-40B4-BE49-F238E27FC236}">
                <a16:creationId xmlns:a16="http://schemas.microsoft.com/office/drawing/2014/main" id="{40BF88A5-AEAB-581C-1B8B-6249C1168373}"/>
              </a:ext>
            </a:extLst>
          </p:cNvPr>
          <p:cNvSpPr txBox="1"/>
          <p:nvPr/>
        </p:nvSpPr>
        <p:spPr>
          <a:xfrm>
            <a:off x="5823606" y="2585767"/>
            <a:ext cx="32215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C"/>
            </a:defPPr>
            <a:lvl1pPr>
              <a:defRPr sz="3200">
                <a:ln w="3175">
                  <a:solidFill>
                    <a:srgbClr val="3062A9"/>
                  </a:solidFill>
                </a:ln>
                <a:solidFill>
                  <a:srgbClr val="3062A9"/>
                </a:solidFill>
                <a:latin typeface="Segoe UI Variable Display Light" pitchFamily="2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s-US" sz="11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DETALLE VENTAS</a:t>
            </a:r>
            <a:endParaRPr lang="es-EC" sz="1100" b="1" dirty="0">
              <a:latin typeface="Samsung Sharp Sans" panose="02000503000000020004" pitchFamily="50" charset="0"/>
              <a:ea typeface="Samsung Sharp Sans" panose="02000503000000020004" pitchFamily="50" charset="0"/>
              <a:cs typeface="Samsung Sharp Sans" panose="02000503000000020004" pitchFamily="50" charset="0"/>
            </a:endParaRPr>
          </a:p>
        </p:txBody>
      </p:sp>
      <p:pic>
        <p:nvPicPr>
          <p:cNvPr id="91" name="Gráfico 90">
            <a:extLst>
              <a:ext uri="{FF2B5EF4-FFF2-40B4-BE49-F238E27FC236}">
                <a16:creationId xmlns:a16="http://schemas.microsoft.com/office/drawing/2014/main" id="{07DC101E-98DE-0D8D-94E7-59C28821B2F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833852" y="4698376"/>
            <a:ext cx="3205847" cy="1916706"/>
          </a:xfrm>
          <a:prstGeom prst="rect">
            <a:avLst/>
          </a:prstGeom>
        </p:spPr>
      </p:pic>
      <p:sp>
        <p:nvSpPr>
          <p:cNvPr id="92" name="CuadroTexto 91">
            <a:extLst>
              <a:ext uri="{FF2B5EF4-FFF2-40B4-BE49-F238E27FC236}">
                <a16:creationId xmlns:a16="http://schemas.microsoft.com/office/drawing/2014/main" id="{FFCB767C-8527-12AB-5FF0-0BF63E1C1FE7}"/>
              </a:ext>
            </a:extLst>
          </p:cNvPr>
          <p:cNvSpPr txBox="1"/>
          <p:nvPr/>
        </p:nvSpPr>
        <p:spPr>
          <a:xfrm>
            <a:off x="5925045" y="4759047"/>
            <a:ext cx="35414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C"/>
            </a:defPPr>
            <a:lvl1pPr>
              <a:defRPr sz="3200">
                <a:ln w="3175">
                  <a:solidFill>
                    <a:srgbClr val="3062A9"/>
                  </a:solidFill>
                </a:ln>
                <a:solidFill>
                  <a:srgbClr val="3062A9"/>
                </a:solidFill>
                <a:latin typeface="Segoe UI Variable Display Light" pitchFamily="2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s-US" sz="1100" b="1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COMENTARIOS</a:t>
            </a:r>
            <a:endParaRPr lang="es-EC" sz="1100" b="1" dirty="0">
              <a:latin typeface="Samsung Sharp Sans" panose="02000503000000020004" pitchFamily="50" charset="0"/>
              <a:ea typeface="Samsung Sharp Sans" panose="02000503000000020004" pitchFamily="50" charset="0"/>
              <a:cs typeface="Samsung Sharp Sans" panose="02000503000000020004" pitchFamily="50" charset="0"/>
            </a:endParaRPr>
          </a:p>
        </p:txBody>
      </p:sp>
      <p:sp>
        <p:nvSpPr>
          <p:cNvPr id="93" name="CuadroTexto 92">
            <a:extLst>
              <a:ext uri="{FF2B5EF4-FFF2-40B4-BE49-F238E27FC236}">
                <a16:creationId xmlns:a16="http://schemas.microsoft.com/office/drawing/2014/main" id="{9816B78D-2F82-A7BB-41C9-117B0ABD7196}"/>
              </a:ext>
            </a:extLst>
          </p:cNvPr>
          <p:cNvSpPr txBox="1"/>
          <p:nvPr/>
        </p:nvSpPr>
        <p:spPr>
          <a:xfrm>
            <a:off x="5931900" y="5081328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COMENTARIO RELEVANTE 1</a:t>
            </a:r>
          </a:p>
        </p:txBody>
      </p:sp>
      <p:sp>
        <p:nvSpPr>
          <p:cNvPr id="94" name="CuadroTexto 93">
            <a:extLst>
              <a:ext uri="{FF2B5EF4-FFF2-40B4-BE49-F238E27FC236}">
                <a16:creationId xmlns:a16="http://schemas.microsoft.com/office/drawing/2014/main" id="{BC662877-54C1-5AC3-567A-E76E84BEB662}"/>
              </a:ext>
            </a:extLst>
          </p:cNvPr>
          <p:cNvSpPr txBox="1"/>
          <p:nvPr/>
        </p:nvSpPr>
        <p:spPr>
          <a:xfrm>
            <a:off x="5931900" y="5372525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COMENTARIO RELEVANTE 2</a:t>
            </a:r>
          </a:p>
        </p:txBody>
      </p:sp>
      <p:sp>
        <p:nvSpPr>
          <p:cNvPr id="97" name="CuadroTexto 96">
            <a:extLst>
              <a:ext uri="{FF2B5EF4-FFF2-40B4-BE49-F238E27FC236}">
                <a16:creationId xmlns:a16="http://schemas.microsoft.com/office/drawing/2014/main" id="{AADAA643-3B55-F8ED-2AD0-6ADE097B1018}"/>
              </a:ext>
            </a:extLst>
          </p:cNvPr>
          <p:cNvSpPr txBox="1"/>
          <p:nvPr/>
        </p:nvSpPr>
        <p:spPr>
          <a:xfrm>
            <a:off x="5931900" y="5689700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COMENTARIO RELEVANTE 3</a:t>
            </a:r>
          </a:p>
        </p:txBody>
      </p:sp>
      <p:sp>
        <p:nvSpPr>
          <p:cNvPr id="98" name="CuadroTexto 97">
            <a:extLst>
              <a:ext uri="{FF2B5EF4-FFF2-40B4-BE49-F238E27FC236}">
                <a16:creationId xmlns:a16="http://schemas.microsoft.com/office/drawing/2014/main" id="{567E11D3-F771-3D34-1539-05B24199CA45}"/>
              </a:ext>
            </a:extLst>
          </p:cNvPr>
          <p:cNvSpPr txBox="1"/>
          <p:nvPr/>
        </p:nvSpPr>
        <p:spPr>
          <a:xfrm>
            <a:off x="5953828" y="5986271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COMENTARIO RELEVANTE 4</a:t>
            </a:r>
          </a:p>
        </p:txBody>
      </p:sp>
      <p:sp>
        <p:nvSpPr>
          <p:cNvPr id="104" name="CuadroTexto 103">
            <a:extLst>
              <a:ext uri="{FF2B5EF4-FFF2-40B4-BE49-F238E27FC236}">
                <a16:creationId xmlns:a16="http://schemas.microsoft.com/office/drawing/2014/main" id="{24F0D2B0-5834-5EC5-DA6C-58871DF66BA8}"/>
              </a:ext>
            </a:extLst>
          </p:cNvPr>
          <p:cNvSpPr txBox="1"/>
          <p:nvPr/>
        </p:nvSpPr>
        <p:spPr>
          <a:xfrm>
            <a:off x="5953828" y="6277468"/>
            <a:ext cx="19810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800" dirty="0">
                <a:latin typeface="Samsung Sharp Sans" panose="02000503000000020004" pitchFamily="50" charset="0"/>
                <a:ea typeface="Samsung Sharp Sans" panose="02000503000000020004" pitchFamily="50" charset="0"/>
                <a:cs typeface="Samsung Sharp Sans" panose="02000503000000020004" pitchFamily="50" charset="0"/>
              </a:rPr>
              <a:t>COMENTARIO RELEVANTE 5</a:t>
            </a:r>
          </a:p>
        </p:txBody>
      </p:sp>
    </p:spTree>
    <p:extLst>
      <p:ext uri="{BB962C8B-B14F-4D97-AF65-F5344CB8AC3E}">
        <p14:creationId xmlns:p14="http://schemas.microsoft.com/office/powerpoint/2010/main" val="31361366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D52684-6EDE-5CAE-B8F0-C1CC324B6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E50C95C4-0D46-1B6A-77D4-189AE0E0561E}"/>
              </a:ext>
            </a:extLst>
          </p:cNvPr>
          <p:cNvSpPr txBox="1"/>
          <p:nvPr/>
        </p:nvSpPr>
        <p:spPr>
          <a:xfrm>
            <a:off x="464625" y="311110"/>
            <a:ext cx="67212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C"/>
            </a:defPPr>
            <a:lvl1pPr>
              <a:defRPr sz="3200">
                <a:ln w="3175">
                  <a:solidFill>
                    <a:srgbClr val="3062A9"/>
                  </a:solidFill>
                </a:ln>
                <a:solidFill>
                  <a:srgbClr val="3062A9"/>
                </a:solidFill>
                <a:latin typeface="Segoe UI Variable Display Light" pitchFamily="2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s-US" dirty="0"/>
              <a:t> </a:t>
            </a:r>
            <a:endParaRPr lang="es-EC" dirty="0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0C57A58B-6F65-D067-86A3-482EE376C2CD}"/>
              </a:ext>
            </a:extLst>
          </p:cNvPr>
          <p:cNvSpPr txBox="1"/>
          <p:nvPr/>
        </p:nvSpPr>
        <p:spPr>
          <a:xfrm>
            <a:off x="499218" y="242918"/>
            <a:ext cx="92252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C"/>
            </a:defPPr>
            <a:lvl1pPr>
              <a:defRPr sz="3200">
                <a:ln w="3175">
                  <a:solidFill>
                    <a:srgbClr val="3062A9"/>
                  </a:solidFill>
                </a:ln>
                <a:solidFill>
                  <a:srgbClr val="3062A9"/>
                </a:solidFill>
                <a:latin typeface="Segoe UI Variable Display Light" pitchFamily="2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es-US" dirty="0"/>
              <a:t>CANAL DONDE SE HACE LA ACTIVIDAD / O EVENTO</a:t>
            </a:r>
            <a:endParaRPr lang="es-EC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4761BE75-E7B2-C12E-3B98-DADB7EDB7F50}"/>
              </a:ext>
            </a:extLst>
          </p:cNvPr>
          <p:cNvSpPr/>
          <p:nvPr/>
        </p:nvSpPr>
        <p:spPr>
          <a:xfrm>
            <a:off x="242597" y="1987420"/>
            <a:ext cx="3767554" cy="376755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DENTRO DE ESTE CUADRADO LA FOTO 1 QUE CORRESPONDE A LOS MATERIALES ENVIADOS</a:t>
            </a:r>
            <a:endParaRPr lang="es-EC" dirty="0"/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C1C79AA9-4833-D475-1ECD-5E12E85147CF}"/>
              </a:ext>
            </a:extLst>
          </p:cNvPr>
          <p:cNvSpPr/>
          <p:nvPr/>
        </p:nvSpPr>
        <p:spPr>
          <a:xfrm>
            <a:off x="4212223" y="1987420"/>
            <a:ext cx="3767554" cy="376755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DENTRO DE ESTE CUADRADO LA FOTO 2 QUE CORRESPONDE A LA EVIDENCIA DE PUBLICACIÓN EN LAS REDES SOCIALES</a:t>
            </a:r>
            <a:endParaRPr lang="es-EC" dirty="0"/>
          </a:p>
          <a:p>
            <a:pPr algn="ctr"/>
            <a:endParaRPr lang="es-EC" dirty="0"/>
          </a:p>
        </p:txBody>
      </p:sp>
      <p:sp>
        <p:nvSpPr>
          <p:cNvPr id="35" name="Rectángulo 34">
            <a:extLst>
              <a:ext uri="{FF2B5EF4-FFF2-40B4-BE49-F238E27FC236}">
                <a16:creationId xmlns:a16="http://schemas.microsoft.com/office/drawing/2014/main" id="{BF616B13-8521-3AA8-5F1D-2A2CCA1FDC69}"/>
              </a:ext>
            </a:extLst>
          </p:cNvPr>
          <p:cNvSpPr/>
          <p:nvPr/>
        </p:nvSpPr>
        <p:spPr>
          <a:xfrm>
            <a:off x="8181849" y="1987420"/>
            <a:ext cx="3767554" cy="376755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DENTRO DE ESTE CUADRADO LA FOTO 3 QUE CORRESPONDE A LA EVIDENCIA DE PUBLICACIÓN EN LAS REDES SOCIALES</a:t>
            </a:r>
            <a:endParaRPr lang="es-EC" dirty="0"/>
          </a:p>
          <a:p>
            <a:pPr algn="ctr"/>
            <a:endParaRPr lang="es-EC" dirty="0"/>
          </a:p>
        </p:txBody>
      </p:sp>
    </p:spTree>
    <p:extLst>
      <p:ext uri="{BB962C8B-B14F-4D97-AF65-F5344CB8AC3E}">
        <p14:creationId xmlns:p14="http://schemas.microsoft.com/office/powerpoint/2010/main" val="418446154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7" id="{1A24BFC3-9246-43A9-9202-46A3626B0BAA}" vid="{5E73EA85-5525-49DF-8AC0-245BBD36B12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728</TotalTime>
  <Words>171</Words>
  <Application>Microsoft Office PowerPoint</Application>
  <PresentationFormat>Panorámica</PresentationFormat>
  <Paragraphs>55</Paragraphs>
  <Slides>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</vt:i4>
      </vt:variant>
    </vt:vector>
  </HeadingPairs>
  <TitlesOfParts>
    <vt:vector size="10" baseType="lpstr">
      <vt:lpstr>Arial</vt:lpstr>
      <vt:lpstr>Calibri</vt:lpstr>
      <vt:lpstr>Calibri Light</vt:lpstr>
      <vt:lpstr>Samsung Sharp Sans</vt:lpstr>
      <vt:lpstr>Segoe UI Variable Display Light</vt:lpstr>
      <vt:lpstr>Tema de Office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Carlos Moreira</dc:creator>
  <cp:lastModifiedBy>Carlos Moreira</cp:lastModifiedBy>
  <cp:revision>31</cp:revision>
  <dcterms:created xsi:type="dcterms:W3CDTF">2023-12-05T22:05:31Z</dcterms:created>
  <dcterms:modified xsi:type="dcterms:W3CDTF">2026-06-29T20:55:45Z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fe55eccb-a6cb-4371-9596-60001fa51bf2_Enabled">
    <vt:lpwstr>true</vt:lpwstr>
  </property>
  <property fmtid="{D5CDD505-2E9C-101B-9397-08002B2CF9AE}" pid="3" name="MSIP_Label_fe55eccb-a6cb-4371-9596-60001fa51bf2_SetDate">
    <vt:lpwstr>2023-12-04T18:39:19Z</vt:lpwstr>
  </property>
  <property fmtid="{D5CDD505-2E9C-101B-9397-08002B2CF9AE}" pid="4" name="MSIP_Label_fe55eccb-a6cb-4371-9596-60001fa51bf2_Method">
    <vt:lpwstr>Standard</vt:lpwstr>
  </property>
  <property fmtid="{D5CDD505-2E9C-101B-9397-08002B2CF9AE}" pid="5" name="MSIP_Label_fe55eccb-a6cb-4371-9596-60001fa51bf2_Name">
    <vt:lpwstr>defa4170-0d19-0005-0004-bc88714345d2</vt:lpwstr>
  </property>
  <property fmtid="{D5CDD505-2E9C-101B-9397-08002B2CF9AE}" pid="6" name="MSIP_Label_fe55eccb-a6cb-4371-9596-60001fa51bf2_SiteId">
    <vt:lpwstr>67398f92-bb46-4491-88f2-e8edd58401bd</vt:lpwstr>
  </property>
  <property fmtid="{D5CDD505-2E9C-101B-9397-08002B2CF9AE}" pid="7" name="MSIP_Label_fe55eccb-a6cb-4371-9596-60001fa51bf2_ActionId">
    <vt:lpwstr>25c0adb7-8575-4064-ba52-fe28ec81480a</vt:lpwstr>
  </property>
  <property fmtid="{D5CDD505-2E9C-101B-9397-08002B2CF9AE}" pid="8" name="MSIP_Label_fe55eccb-a6cb-4371-9596-60001fa51bf2_ContentBits">
    <vt:lpwstr>0</vt:lpwstr>
  </property>
</Properties>
</file>