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72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EXHIBICIONES QUE INSPIRAN" id="{AD82E87E-2E06-40B5-9292-128F20C0E821}">
          <p14:sldIdLst>
            <p14:sldId id="283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EXHIBICIONES QUE INSPIRAN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3" name="Imagen 2" descr="Epson-Logo – Specialised Imaging Solutions Limited">
            <a:extLst>
              <a:ext uri="{FF2B5EF4-FFF2-40B4-BE49-F238E27FC236}">
                <a16:creationId xmlns:a16="http://schemas.microsoft.com/office/drawing/2014/main" id="{36305EE7-924A-41E5-B365-14AE601C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9" r="314" b="27720"/>
          <a:stretch>
            <a:fillRect/>
          </a:stretch>
        </p:blipFill>
        <p:spPr>
          <a:xfrm>
            <a:off x="3842079" y="2413165"/>
            <a:ext cx="4507842" cy="1238568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E665F05-763D-C80B-5804-B1FE17A49E0C}"/>
              </a:ext>
            </a:extLst>
          </p:cNvPr>
          <p:cNvCxnSpPr/>
          <p:nvPr/>
        </p:nvCxnSpPr>
        <p:spPr>
          <a:xfrm>
            <a:off x="4256297" y="3825551"/>
            <a:ext cx="3486778" cy="0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B5C9A-F0EC-1B39-392D-6143725A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1313014-4D70-ACF7-8723-982A379EAE28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59FA058-98DF-CD0A-DDAE-2E36D4889567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EXHIBICIONES QUE INSPIRAN</a:t>
            </a:r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4F2616-DB97-1EEA-9415-7AFB161D5C7B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A81F7C-D840-1F15-B257-C4CD15CD3C8C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8B04E58A-C462-FB80-A4DF-F47CF9040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4BEF9DD-5306-27E9-00F5-DBDCB55E787D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97B902-63C3-C9F8-CACA-DE37C9AC0D05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EXHIBICION INSPIRA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7744C4-F39A-1B2A-8CCB-A50EAA8E45DE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B62EEF-EB3E-2E1D-893C-1E0A1A32B9B4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pic>
        <p:nvPicPr>
          <p:cNvPr id="113" name="Gráfico 112">
            <a:extLst>
              <a:ext uri="{FF2B5EF4-FFF2-40B4-BE49-F238E27FC236}">
                <a16:creationId xmlns:a16="http://schemas.microsoft.com/office/drawing/2014/main" id="{201AE3CC-9098-040E-520C-65EDE93B1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8369" y="1046605"/>
            <a:ext cx="4241843" cy="1921530"/>
          </a:xfrm>
          <a:prstGeom prst="rect">
            <a:avLst/>
          </a:prstGeom>
        </p:spPr>
      </p:pic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05FAEFF-EEB3-81AA-45C9-CD8022455B0B}"/>
              </a:ext>
            </a:extLst>
          </p:cNvPr>
          <p:cNvSpPr txBox="1"/>
          <p:nvPr/>
        </p:nvSpPr>
        <p:spPr>
          <a:xfrm>
            <a:off x="2636954" y="148647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CABECERAS</a:t>
            </a:r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C93E2690-06D1-CD83-88B0-A8E3E66AFE01}"/>
              </a:ext>
            </a:extLst>
          </p:cNvPr>
          <p:cNvGrpSpPr/>
          <p:nvPr/>
        </p:nvGrpSpPr>
        <p:grpSpPr>
          <a:xfrm>
            <a:off x="4202477" y="1421155"/>
            <a:ext cx="2431998" cy="207268"/>
            <a:chOff x="6501235" y="2831998"/>
            <a:chExt cx="2431998" cy="207268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961475F5-3D34-1F10-CDA9-3F374C390856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F01AAEE4-19B8-1371-DD87-1DA0E7DD0DF6}"/>
                </a:ext>
              </a:extLst>
            </p:cNvPr>
            <p:cNvSpPr/>
            <p:nvPr/>
          </p:nvSpPr>
          <p:spPr>
            <a:xfrm>
              <a:off x="6501235" y="2836928"/>
              <a:ext cx="198100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0F77403-6B49-BCBA-2BA4-A1E36071B129}"/>
              </a:ext>
            </a:extLst>
          </p:cNvPr>
          <p:cNvSpPr txBox="1"/>
          <p:nvPr/>
        </p:nvSpPr>
        <p:spPr>
          <a:xfrm>
            <a:off x="2636954" y="174967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RUMAS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95D70526-A241-F191-E3A8-537C3EDDDAC9}"/>
              </a:ext>
            </a:extLst>
          </p:cNvPr>
          <p:cNvSpPr txBox="1"/>
          <p:nvPr/>
        </p:nvSpPr>
        <p:spPr>
          <a:xfrm>
            <a:off x="2636954" y="200153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MUEBLES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EE430618-AC7E-8272-D442-C25F8C7916D8}"/>
              </a:ext>
            </a:extLst>
          </p:cNvPr>
          <p:cNvSpPr txBox="1"/>
          <p:nvPr/>
        </p:nvSpPr>
        <p:spPr>
          <a:xfrm>
            <a:off x="2636954" y="230122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EXH. REGULAR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6F2FC965-00B8-366D-473F-FDE88DE1D7BA}"/>
              </a:ext>
            </a:extLst>
          </p:cNvPr>
          <p:cNvSpPr txBox="1"/>
          <p:nvPr/>
        </p:nvSpPr>
        <p:spPr>
          <a:xfrm>
            <a:off x="2636954" y="261032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OTRAS</a:t>
            </a:r>
          </a:p>
        </p:txBody>
      </p: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4D2F44E0-437D-5D69-071C-A016B675CC31}"/>
              </a:ext>
            </a:extLst>
          </p:cNvPr>
          <p:cNvGrpSpPr/>
          <p:nvPr/>
        </p:nvGrpSpPr>
        <p:grpSpPr>
          <a:xfrm>
            <a:off x="4202477" y="1722037"/>
            <a:ext cx="2431998" cy="207268"/>
            <a:chOff x="6501235" y="2831998"/>
            <a:chExt cx="2431998" cy="207268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FDDEEC74-FC12-AC34-E1F4-5AB35A838197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ECEC58EC-FE1A-C917-3AAC-271E8E96DE94}"/>
                </a:ext>
              </a:extLst>
            </p:cNvPr>
            <p:cNvSpPr/>
            <p:nvPr/>
          </p:nvSpPr>
          <p:spPr>
            <a:xfrm>
              <a:off x="6501236" y="2836928"/>
              <a:ext cx="1758168" cy="193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2318699-FC28-D73A-106D-C6037D107ACA}"/>
              </a:ext>
            </a:extLst>
          </p:cNvPr>
          <p:cNvGrpSpPr/>
          <p:nvPr/>
        </p:nvGrpSpPr>
        <p:grpSpPr>
          <a:xfrm>
            <a:off x="4202477" y="2022919"/>
            <a:ext cx="2431998" cy="207268"/>
            <a:chOff x="6501235" y="2831998"/>
            <a:chExt cx="2431998" cy="207268"/>
          </a:xfrm>
        </p:grpSpPr>
        <p:sp>
          <p:nvSpPr>
            <p:cNvPr id="134" name="Rectángulo 133">
              <a:extLst>
                <a:ext uri="{FF2B5EF4-FFF2-40B4-BE49-F238E27FC236}">
                  <a16:creationId xmlns:a16="http://schemas.microsoft.com/office/drawing/2014/main" id="{C13612A7-B28B-C0FF-BD4D-9A46498D8520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B9D4EC22-35BF-29E5-A221-49A70F9ADB01}"/>
                </a:ext>
              </a:extLst>
            </p:cNvPr>
            <p:cNvSpPr/>
            <p:nvPr/>
          </p:nvSpPr>
          <p:spPr>
            <a:xfrm>
              <a:off x="6501235" y="2836928"/>
              <a:ext cx="1519389" cy="1952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4659BC94-43E3-DA54-58EE-471AB44AAEE7}"/>
              </a:ext>
            </a:extLst>
          </p:cNvPr>
          <p:cNvGrpSpPr/>
          <p:nvPr/>
        </p:nvGrpSpPr>
        <p:grpSpPr>
          <a:xfrm>
            <a:off x="4202477" y="2323801"/>
            <a:ext cx="2431998" cy="207268"/>
            <a:chOff x="6501235" y="2831998"/>
            <a:chExt cx="2431998" cy="207268"/>
          </a:xfrm>
        </p:grpSpPr>
        <p:sp>
          <p:nvSpPr>
            <p:cNvPr id="137" name="Rectángulo 136">
              <a:extLst>
                <a:ext uri="{FF2B5EF4-FFF2-40B4-BE49-F238E27FC236}">
                  <a16:creationId xmlns:a16="http://schemas.microsoft.com/office/drawing/2014/main" id="{F6F9ABB1-D2A9-1086-1C73-7FBB5F3B45D7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A8F85439-3632-98A6-699C-F12A147373EC}"/>
                </a:ext>
              </a:extLst>
            </p:cNvPr>
            <p:cNvSpPr/>
            <p:nvPr/>
          </p:nvSpPr>
          <p:spPr>
            <a:xfrm>
              <a:off x="6501235" y="2836928"/>
              <a:ext cx="128713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C20F3B23-FC72-1876-732A-2DE2A333E1E2}"/>
              </a:ext>
            </a:extLst>
          </p:cNvPr>
          <p:cNvGrpSpPr/>
          <p:nvPr/>
        </p:nvGrpSpPr>
        <p:grpSpPr>
          <a:xfrm>
            <a:off x="4202477" y="2624684"/>
            <a:ext cx="2431998" cy="207268"/>
            <a:chOff x="6501235" y="2831998"/>
            <a:chExt cx="2431998" cy="207268"/>
          </a:xfrm>
        </p:grpSpPr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12666F1B-F14B-766E-6B8F-B6C979088B52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1" name="Rectángulo 140">
              <a:extLst>
                <a:ext uri="{FF2B5EF4-FFF2-40B4-BE49-F238E27FC236}">
                  <a16:creationId xmlns:a16="http://schemas.microsoft.com/office/drawing/2014/main" id="{DBAF940A-0FEF-F2F3-C66A-2C61A55D0793}"/>
                </a:ext>
              </a:extLst>
            </p:cNvPr>
            <p:cNvSpPr/>
            <p:nvPr/>
          </p:nvSpPr>
          <p:spPr>
            <a:xfrm>
              <a:off x="6501235" y="2836928"/>
              <a:ext cx="175816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048E5C31-7271-8436-6DFB-BF4C6448BACF}"/>
              </a:ext>
            </a:extLst>
          </p:cNvPr>
          <p:cNvSpPr txBox="1"/>
          <p:nvPr/>
        </p:nvSpPr>
        <p:spPr>
          <a:xfrm>
            <a:off x="6313381" y="1426085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94400BD0-8D2C-AD8A-1414-24ADB0864479}"/>
              </a:ext>
            </a:extLst>
          </p:cNvPr>
          <p:cNvSpPr txBox="1"/>
          <p:nvPr/>
        </p:nvSpPr>
        <p:spPr>
          <a:xfrm>
            <a:off x="6313381" y="2628988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7E73C572-6F3A-634C-E5D8-B2714AB914A4}"/>
              </a:ext>
            </a:extLst>
          </p:cNvPr>
          <p:cNvSpPr txBox="1"/>
          <p:nvPr/>
        </p:nvSpPr>
        <p:spPr>
          <a:xfrm>
            <a:off x="6313381" y="2324996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B1043997-46A0-404C-19EF-4774EB8E50ED}"/>
              </a:ext>
            </a:extLst>
          </p:cNvPr>
          <p:cNvSpPr txBox="1"/>
          <p:nvPr/>
        </p:nvSpPr>
        <p:spPr>
          <a:xfrm>
            <a:off x="6313381" y="2049166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B04A2C5B-2144-A3D3-E087-AE5489FF0852}"/>
              </a:ext>
            </a:extLst>
          </p:cNvPr>
          <p:cNvSpPr txBox="1"/>
          <p:nvPr/>
        </p:nvSpPr>
        <p:spPr>
          <a:xfrm>
            <a:off x="6313381" y="1727745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52F9D3-B9C9-457A-50C0-6715DBBE9073}"/>
              </a:ext>
            </a:extLst>
          </p:cNvPr>
          <p:cNvSpPr txBox="1"/>
          <p:nvPr/>
        </p:nvSpPr>
        <p:spPr>
          <a:xfrm>
            <a:off x="2612258" y="1062963"/>
            <a:ext cx="3221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EXHIBICIONES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2C854E5-3720-1301-7ED2-4D8CD5FB3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8005" y="3100204"/>
            <a:ext cx="3205847" cy="1916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9E02029-3DC2-6A3C-40FE-9BCECA7BB5DB}"/>
              </a:ext>
            </a:extLst>
          </p:cNvPr>
          <p:cNvSpPr txBox="1"/>
          <p:nvPr/>
        </p:nvSpPr>
        <p:spPr>
          <a:xfrm>
            <a:off x="2719198" y="3160875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FD4151-03A6-AEE9-F1C8-24D6DFEAF4D3}"/>
              </a:ext>
            </a:extLst>
          </p:cNvPr>
          <p:cNvSpPr txBox="1"/>
          <p:nvPr/>
        </p:nvSpPr>
        <p:spPr>
          <a:xfrm>
            <a:off x="2726053" y="348315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DB7C7-F120-7F57-B98B-172A9D64922D}"/>
              </a:ext>
            </a:extLst>
          </p:cNvPr>
          <p:cNvSpPr txBox="1"/>
          <p:nvPr/>
        </p:nvSpPr>
        <p:spPr>
          <a:xfrm>
            <a:off x="2726053" y="377435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169F35-FA10-1F89-8948-B6971DED5A5C}"/>
              </a:ext>
            </a:extLst>
          </p:cNvPr>
          <p:cNvSpPr txBox="1"/>
          <p:nvPr/>
        </p:nvSpPr>
        <p:spPr>
          <a:xfrm>
            <a:off x="2726053" y="409152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52C39-22D0-FC44-A527-C5C414104459}"/>
              </a:ext>
            </a:extLst>
          </p:cNvPr>
          <p:cNvSpPr txBox="1"/>
          <p:nvPr/>
        </p:nvSpPr>
        <p:spPr>
          <a:xfrm>
            <a:off x="2747981" y="4388099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75554-3015-5EF3-A048-93875A6D0466}"/>
              </a:ext>
            </a:extLst>
          </p:cNvPr>
          <p:cNvSpPr txBox="1"/>
          <p:nvPr/>
        </p:nvSpPr>
        <p:spPr>
          <a:xfrm>
            <a:off x="2747981" y="467929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5</a:t>
            </a:r>
          </a:p>
        </p:txBody>
      </p:sp>
    </p:spTree>
    <p:extLst>
      <p:ext uri="{BB962C8B-B14F-4D97-AF65-F5344CB8AC3E}">
        <p14:creationId xmlns:p14="http://schemas.microsoft.com/office/powerpoint/2010/main" val="241336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9A80-8C89-5C9B-94EE-923126C1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1A931B-3945-D901-5965-B7AC653C69EB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NOMBRE DEL CANAL / O EVENTO</a:t>
            </a:r>
            <a:endParaRPr lang="es-EC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36E852F-8ED7-557C-73F1-301844746B03}"/>
              </a:ext>
            </a:extLst>
          </p:cNvPr>
          <p:cNvSpPr/>
          <p:nvPr/>
        </p:nvSpPr>
        <p:spPr>
          <a:xfrm>
            <a:off x="251928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 LA EXHIBICION A PARTICIPAR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DF295D-7C07-D4B3-8884-E7FA2468D97F}"/>
              </a:ext>
            </a:extLst>
          </p:cNvPr>
          <p:cNvSpPr/>
          <p:nvPr/>
        </p:nvSpPr>
        <p:spPr>
          <a:xfrm>
            <a:off x="4240215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 LA EXHIBICION A PARTICIPAR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D57DFD-8C25-EE96-58E7-0C24838A7D72}"/>
              </a:ext>
            </a:extLst>
          </p:cNvPr>
          <p:cNvSpPr/>
          <p:nvPr/>
        </p:nvSpPr>
        <p:spPr>
          <a:xfrm>
            <a:off x="8209841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 LA EXHIBICION A PARTICIPAR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97385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110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Diego Antonio Constante Benavides</cp:lastModifiedBy>
  <cp:revision>31</cp:revision>
  <dcterms:created xsi:type="dcterms:W3CDTF">2023-12-05T22:05:31Z</dcterms:created>
  <dcterms:modified xsi:type="dcterms:W3CDTF">2026-10-04T00:33:12Z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